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41"/>
  </p:notesMasterIdLst>
  <p:sldIdLst>
    <p:sldId id="268" r:id="rId3"/>
    <p:sldId id="257" r:id="rId4"/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67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30DA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0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80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8" name="Google Shape;22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1" name="Google Shape;237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7" name="Google Shape;238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7" name="Google Shape;24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3" name="Google Shape;24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9" name="Google Shape;244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4" name="Google Shape;247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9" name="Google Shape;249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5" name="Google Shape;250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9" name="Google Shape;25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2" name="Google Shape;256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9" name="Google Shape;25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8" name="Google Shape;260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7" name="Google Shape;262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9" name="Google Shape;265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9" name="Google Shape;267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5" name="Google Shape;268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1" name="Google Shape;271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5" name="Google Shape;275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3" name="Google Shape;276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8" name="Google Shape;278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1" name="Google Shape;280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3" name="Google Shape;281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9" name="Google Shape;286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9" name="Google Shape;293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867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4" name="Google Shape;834;p51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51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6" name="Google Shape;836;p51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7" name="Google Shape;837;p51"/>
          <p:cNvGrpSpPr/>
          <p:nvPr/>
        </p:nvGrpSpPr>
        <p:grpSpPr>
          <a:xfrm>
            <a:off x="-534234" y="2591589"/>
            <a:ext cx="3563418" cy="3276021"/>
            <a:chOff x="4765450" y="2817950"/>
            <a:chExt cx="894275" cy="822150"/>
          </a:xfrm>
        </p:grpSpPr>
        <p:sp>
          <p:nvSpPr>
            <p:cNvPr id="838" name="Google Shape;838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51"/>
          <p:cNvGrpSpPr/>
          <p:nvPr/>
        </p:nvGrpSpPr>
        <p:grpSpPr>
          <a:xfrm>
            <a:off x="666212" y="4424016"/>
            <a:ext cx="1162531" cy="1161127"/>
            <a:chOff x="7253149" y="3334154"/>
            <a:chExt cx="1162531" cy="1161127"/>
          </a:xfrm>
        </p:grpSpPr>
        <p:sp>
          <p:nvSpPr>
            <p:cNvPr id="843" name="Google Shape;843;p51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51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845" name="Google Shape;845;p51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1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7" name="Google Shape;847;p51"/>
          <p:cNvGrpSpPr/>
          <p:nvPr/>
        </p:nvGrpSpPr>
        <p:grpSpPr>
          <a:xfrm>
            <a:off x="7582096" y="290150"/>
            <a:ext cx="1162705" cy="962710"/>
            <a:chOff x="2210400" y="2558550"/>
            <a:chExt cx="971025" cy="804000"/>
          </a:xfrm>
        </p:grpSpPr>
        <p:sp>
          <p:nvSpPr>
            <p:cNvPr id="848" name="Google Shape;848;p5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51"/>
          <p:cNvGrpSpPr/>
          <p:nvPr/>
        </p:nvGrpSpPr>
        <p:grpSpPr>
          <a:xfrm>
            <a:off x="7415915" y="125143"/>
            <a:ext cx="3960194" cy="4417325"/>
            <a:chOff x="4665875" y="2544104"/>
            <a:chExt cx="993850" cy="1108571"/>
          </a:xfrm>
        </p:grpSpPr>
        <p:sp>
          <p:nvSpPr>
            <p:cNvPr id="857" name="Google Shape;857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665875" y="2544104"/>
              <a:ext cx="316425" cy="316425"/>
            </a:xfrm>
            <a:custGeom>
              <a:avLst/>
              <a:gdLst/>
              <a:ahLst/>
              <a:cxnLst/>
              <a:rect l="l" t="t" r="r" b="b"/>
              <a:pathLst>
                <a:path w="12657" h="12657" extrusionOk="0">
                  <a:moveTo>
                    <a:pt x="6329" y="1"/>
                  </a:moveTo>
                  <a:lnTo>
                    <a:pt x="1" y="6328"/>
                  </a:lnTo>
                  <a:lnTo>
                    <a:pt x="6329" y="12656"/>
                  </a:lnTo>
                  <a:lnTo>
                    <a:pt x="12656" y="6328"/>
                  </a:lnTo>
                  <a:lnTo>
                    <a:pt x="632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920850" y="3013825"/>
              <a:ext cx="358275" cy="358275"/>
            </a:xfrm>
            <a:custGeom>
              <a:avLst/>
              <a:gdLst/>
              <a:ahLst/>
              <a:cxnLst/>
              <a:rect l="l" t="t" r="r" b="b"/>
              <a:pathLst>
                <a:path w="14331" h="14331" extrusionOk="0">
                  <a:moveTo>
                    <a:pt x="7165" y="1"/>
                  </a:moveTo>
                  <a:lnTo>
                    <a:pt x="0" y="7166"/>
                  </a:lnTo>
                  <a:lnTo>
                    <a:pt x="7165" y="14331"/>
                  </a:lnTo>
                  <a:lnTo>
                    <a:pt x="14331" y="7166"/>
                  </a:lnTo>
                  <a:lnTo>
                    <a:pt x="7165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1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7" name="Google Shape;867;p51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1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9" name="Google Shape;869;p51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40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081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>
            <a:spLocks noGrp="1"/>
          </p:cNvSpPr>
          <p:nvPr>
            <p:ph type="title"/>
          </p:nvPr>
        </p:nvSpPr>
        <p:spPr>
          <a:xfrm>
            <a:off x="1506398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ubTitle" idx="1"/>
          </p:nvPr>
        </p:nvSpPr>
        <p:spPr>
          <a:xfrm>
            <a:off x="1506390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title" idx="3"/>
          </p:nvPr>
        </p:nvSpPr>
        <p:spPr>
          <a:xfrm>
            <a:off x="1506523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title" idx="4"/>
          </p:nvPr>
        </p:nvSpPr>
        <p:spPr>
          <a:xfrm>
            <a:off x="730469" y="342502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ubTitle" idx="5"/>
          </p:nvPr>
        </p:nvSpPr>
        <p:spPr>
          <a:xfrm>
            <a:off x="1506514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title" idx="6"/>
          </p:nvPr>
        </p:nvSpPr>
        <p:spPr>
          <a:xfrm>
            <a:off x="5045226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subTitle" idx="8"/>
          </p:nvPr>
        </p:nvSpPr>
        <p:spPr>
          <a:xfrm>
            <a:off x="5045218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title" idx="9"/>
          </p:nvPr>
        </p:nvSpPr>
        <p:spPr>
          <a:xfrm>
            <a:off x="4282125" y="342502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44"/>
          <p:cNvGrpSpPr/>
          <p:nvPr/>
        </p:nvGrpSpPr>
        <p:grpSpPr>
          <a:xfrm>
            <a:off x="-3302090" y="-450720"/>
            <a:ext cx="4015313" cy="3884503"/>
            <a:chOff x="5440750" y="1669400"/>
            <a:chExt cx="971525" cy="939875"/>
          </a:xfrm>
        </p:grpSpPr>
        <p:sp>
          <p:nvSpPr>
            <p:cNvPr id="148" name="Google Shape;148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4"/>
          <p:cNvSpPr/>
          <p:nvPr/>
        </p:nvSpPr>
        <p:spPr>
          <a:xfrm>
            <a:off x="7013780" y="2081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4"/>
          <p:cNvGrpSpPr/>
          <p:nvPr/>
        </p:nvGrpSpPr>
        <p:grpSpPr>
          <a:xfrm>
            <a:off x="7000981" y="195816"/>
            <a:ext cx="849275" cy="848250"/>
            <a:chOff x="2651171" y="2397773"/>
            <a:chExt cx="2099568" cy="2097033"/>
          </a:xfrm>
        </p:grpSpPr>
        <p:sp>
          <p:nvSpPr>
            <p:cNvPr id="269" name="Google Shape;269;p44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44"/>
          <p:cNvGrpSpPr/>
          <p:nvPr/>
        </p:nvGrpSpPr>
        <p:grpSpPr>
          <a:xfrm>
            <a:off x="7263610" y="-297378"/>
            <a:ext cx="2216073" cy="1834889"/>
            <a:chOff x="2210400" y="2558550"/>
            <a:chExt cx="971025" cy="804000"/>
          </a:xfrm>
        </p:grpSpPr>
        <p:sp>
          <p:nvSpPr>
            <p:cNvPr id="272" name="Google Shape;272;p4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5978160" y="2286430"/>
            <a:ext cx="4015313" cy="3884503"/>
            <a:chOff x="5440750" y="1669400"/>
            <a:chExt cx="971525" cy="939875"/>
          </a:xfrm>
        </p:grpSpPr>
        <p:sp>
          <p:nvSpPr>
            <p:cNvPr id="281" name="Google Shape;281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>
            <a:spLocks noGrp="1"/>
          </p:cNvSpPr>
          <p:nvPr>
            <p:ph type="title" idx="13"/>
          </p:nvPr>
        </p:nvSpPr>
        <p:spPr>
          <a:xfrm>
            <a:off x="5045351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4"/>
          </p:nvPr>
        </p:nvSpPr>
        <p:spPr>
          <a:xfrm>
            <a:off x="5045342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63174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/>
          <p:nvPr/>
        </p:nvSpPr>
        <p:spPr>
          <a:xfrm>
            <a:off x="7422442" y="35027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45"/>
          <p:cNvGrpSpPr/>
          <p:nvPr/>
        </p:nvGrpSpPr>
        <p:grpSpPr>
          <a:xfrm>
            <a:off x="5868426" y="-153461"/>
            <a:ext cx="3931972" cy="3255637"/>
            <a:chOff x="2210400" y="2558550"/>
            <a:chExt cx="971025" cy="804000"/>
          </a:xfrm>
        </p:grpSpPr>
        <p:sp>
          <p:nvSpPr>
            <p:cNvPr id="406" name="Google Shape;406;p45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5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5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5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5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5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5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5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45"/>
          <p:cNvGrpSpPr/>
          <p:nvPr/>
        </p:nvGrpSpPr>
        <p:grpSpPr>
          <a:xfrm>
            <a:off x="5637046" y="992950"/>
            <a:ext cx="1162705" cy="962710"/>
            <a:chOff x="2210400" y="2558550"/>
            <a:chExt cx="971025" cy="804000"/>
          </a:xfrm>
        </p:grpSpPr>
        <p:sp>
          <p:nvSpPr>
            <p:cNvPr id="415" name="Google Shape;415;p45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5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5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45"/>
          <p:cNvGrpSpPr/>
          <p:nvPr/>
        </p:nvGrpSpPr>
        <p:grpSpPr>
          <a:xfrm>
            <a:off x="7253149" y="3334154"/>
            <a:ext cx="1162531" cy="1161127"/>
            <a:chOff x="2651171" y="2397773"/>
            <a:chExt cx="2099568" cy="2097033"/>
          </a:xfrm>
        </p:grpSpPr>
        <p:sp>
          <p:nvSpPr>
            <p:cNvPr id="424" name="Google Shape;424;p45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5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45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427" name="Google Shape;427;p45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5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45"/>
          <p:cNvGrpSpPr/>
          <p:nvPr/>
        </p:nvGrpSpPr>
        <p:grpSpPr>
          <a:xfrm>
            <a:off x="1701728" y="4085003"/>
            <a:ext cx="1067211" cy="1065922"/>
            <a:chOff x="2651171" y="2397773"/>
            <a:chExt cx="2099568" cy="2097033"/>
          </a:xfrm>
        </p:grpSpPr>
        <p:sp>
          <p:nvSpPr>
            <p:cNvPr id="437" name="Google Shape;437;p45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45"/>
          <p:cNvSpPr txBox="1">
            <a:spLocks noGrp="1"/>
          </p:cNvSpPr>
          <p:nvPr>
            <p:ph type="title"/>
          </p:nvPr>
        </p:nvSpPr>
        <p:spPr>
          <a:xfrm>
            <a:off x="2074375" y="2993651"/>
            <a:ext cx="465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1" name="Google Shape;441;p45"/>
          <p:cNvSpPr txBox="1">
            <a:spLocks noGrp="1"/>
          </p:cNvSpPr>
          <p:nvPr>
            <p:ph type="subTitle" idx="1"/>
          </p:nvPr>
        </p:nvSpPr>
        <p:spPr>
          <a:xfrm>
            <a:off x="2074375" y="1438075"/>
            <a:ext cx="5385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4808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1"/>
          </p:nvPr>
        </p:nvSpPr>
        <p:spPr>
          <a:xfrm>
            <a:off x="5449425" y="3203575"/>
            <a:ext cx="2998800" cy="604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5" name="Google Shape;445;p4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46" name="Google Shape;446;p46"/>
          <p:cNvGrpSpPr/>
          <p:nvPr/>
        </p:nvGrpSpPr>
        <p:grpSpPr>
          <a:xfrm rot="10800000" flipH="1">
            <a:off x="-1432565" y="-125795"/>
            <a:ext cx="4015313" cy="3884503"/>
            <a:chOff x="5440750" y="1669400"/>
            <a:chExt cx="971525" cy="939875"/>
          </a:xfrm>
        </p:grpSpPr>
        <p:sp>
          <p:nvSpPr>
            <p:cNvPr id="447" name="Google Shape;447;p46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6"/>
          <p:cNvGrpSpPr/>
          <p:nvPr/>
        </p:nvGrpSpPr>
        <p:grpSpPr>
          <a:xfrm>
            <a:off x="1147477" y="2947974"/>
            <a:ext cx="2872292" cy="2378232"/>
            <a:chOff x="2210400" y="2558550"/>
            <a:chExt cx="971025" cy="804000"/>
          </a:xfrm>
        </p:grpSpPr>
        <p:sp>
          <p:nvSpPr>
            <p:cNvPr id="567" name="Google Shape;567;p4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1392756" y="169091"/>
            <a:ext cx="849275" cy="848250"/>
            <a:chOff x="2651171" y="2397773"/>
            <a:chExt cx="2099568" cy="2097033"/>
          </a:xfrm>
        </p:grpSpPr>
        <p:sp>
          <p:nvSpPr>
            <p:cNvPr id="576" name="Google Shape;576;p46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4314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1" name="Google Shape;581;p47"/>
          <p:cNvGrpSpPr/>
          <p:nvPr/>
        </p:nvGrpSpPr>
        <p:grpSpPr>
          <a:xfrm>
            <a:off x="7407435" y="2879891"/>
            <a:ext cx="849275" cy="848250"/>
            <a:chOff x="8751122" y="1283566"/>
            <a:chExt cx="849275" cy="848250"/>
          </a:xfrm>
        </p:grpSpPr>
        <p:sp>
          <p:nvSpPr>
            <p:cNvPr id="582" name="Google Shape;582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584" name="Google Shape;584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6" name="Google Shape;586;p47"/>
          <p:cNvGrpSpPr/>
          <p:nvPr/>
        </p:nvGrpSpPr>
        <p:grpSpPr>
          <a:xfrm flipH="1">
            <a:off x="5896360" y="1526509"/>
            <a:ext cx="4030417" cy="3337154"/>
            <a:chOff x="3573297" y="232872"/>
            <a:chExt cx="5470164" cy="4529254"/>
          </a:xfrm>
        </p:grpSpPr>
        <p:sp>
          <p:nvSpPr>
            <p:cNvPr id="587" name="Google Shape;587;p4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 flipH="1">
            <a:off x="6009660" y="227499"/>
            <a:ext cx="2872292" cy="2378232"/>
            <a:chOff x="2210400" y="2558550"/>
            <a:chExt cx="971025" cy="804000"/>
          </a:xfrm>
        </p:grpSpPr>
        <p:sp>
          <p:nvSpPr>
            <p:cNvPr id="596" name="Google Shape;596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47"/>
          <p:cNvGrpSpPr/>
          <p:nvPr/>
        </p:nvGrpSpPr>
        <p:grpSpPr>
          <a:xfrm flipH="1">
            <a:off x="7973021" y="1064981"/>
            <a:ext cx="849356" cy="703259"/>
            <a:chOff x="2210400" y="2558550"/>
            <a:chExt cx="971025" cy="804000"/>
          </a:xfrm>
        </p:grpSpPr>
        <p:sp>
          <p:nvSpPr>
            <p:cNvPr id="605" name="Google Shape;605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47"/>
          <p:cNvGrpSpPr/>
          <p:nvPr/>
        </p:nvGrpSpPr>
        <p:grpSpPr>
          <a:xfrm>
            <a:off x="8979722" y="1283566"/>
            <a:ext cx="849275" cy="848250"/>
            <a:chOff x="8751122" y="1283566"/>
            <a:chExt cx="849275" cy="848250"/>
          </a:xfrm>
        </p:grpSpPr>
        <p:sp>
          <p:nvSpPr>
            <p:cNvPr id="614" name="Google Shape;614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16" name="Google Shape;616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47"/>
          <p:cNvSpPr/>
          <p:nvPr/>
        </p:nvSpPr>
        <p:spPr>
          <a:xfrm flipH="1">
            <a:off x="6112238" y="36430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9971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21" name="Google Shape;621;p48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622" name="Google Shape;622;p4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-127072" y="4085003"/>
            <a:ext cx="1067211" cy="1065922"/>
            <a:chOff x="2651171" y="2397773"/>
            <a:chExt cx="2099568" cy="2097033"/>
          </a:xfrm>
        </p:grpSpPr>
        <p:sp>
          <p:nvSpPr>
            <p:cNvPr id="646" name="Google Shape;646;p48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7249668" y="4045148"/>
            <a:ext cx="572715" cy="572715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0"/>
                </a:moveTo>
                <a:lnTo>
                  <a:pt x="0" y="6197"/>
                </a:lnTo>
                <a:lnTo>
                  <a:pt x="6179" y="12376"/>
                </a:lnTo>
                <a:lnTo>
                  <a:pt x="12376" y="6197"/>
                </a:lnTo>
                <a:lnTo>
                  <a:pt x="6179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48"/>
          <p:cNvGrpSpPr/>
          <p:nvPr/>
        </p:nvGrpSpPr>
        <p:grpSpPr>
          <a:xfrm>
            <a:off x="7009646" y="2171158"/>
            <a:ext cx="3966057" cy="4359080"/>
            <a:chOff x="5440750" y="1541475"/>
            <a:chExt cx="971525" cy="1067800"/>
          </a:xfrm>
        </p:grpSpPr>
        <p:sp>
          <p:nvSpPr>
            <p:cNvPr id="651" name="Google Shape;651;p48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5989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9"/>
          <p:cNvGrpSpPr/>
          <p:nvPr/>
        </p:nvGrpSpPr>
        <p:grpSpPr>
          <a:xfrm>
            <a:off x="2787991" y="1287889"/>
            <a:ext cx="3563418" cy="3276021"/>
            <a:chOff x="4765450" y="2817950"/>
            <a:chExt cx="894275" cy="822150"/>
          </a:xfrm>
        </p:grpSpPr>
        <p:sp>
          <p:nvSpPr>
            <p:cNvPr id="666" name="Google Shape;666;p4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49"/>
          <p:cNvGrpSpPr/>
          <p:nvPr/>
        </p:nvGrpSpPr>
        <p:grpSpPr>
          <a:xfrm>
            <a:off x="7185910" y="-217751"/>
            <a:ext cx="2872292" cy="2378232"/>
            <a:chOff x="2210400" y="2558550"/>
            <a:chExt cx="971025" cy="804000"/>
          </a:xfrm>
        </p:grpSpPr>
        <p:sp>
          <p:nvSpPr>
            <p:cNvPr id="671" name="Google Shape;671;p4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49"/>
          <p:cNvGrpSpPr/>
          <p:nvPr/>
        </p:nvGrpSpPr>
        <p:grpSpPr>
          <a:xfrm flipH="1">
            <a:off x="8813326" y="-9"/>
            <a:ext cx="849275" cy="848250"/>
            <a:chOff x="8751122" y="1283566"/>
            <a:chExt cx="849275" cy="848250"/>
          </a:xfrm>
        </p:grpSpPr>
        <p:sp>
          <p:nvSpPr>
            <p:cNvPr id="680" name="Google Shape;680;p49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49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82" name="Google Shape;682;p49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9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4" name="Google Shape;684;p49"/>
          <p:cNvGrpSpPr/>
          <p:nvPr/>
        </p:nvGrpSpPr>
        <p:grpSpPr>
          <a:xfrm>
            <a:off x="-259090" y="4167881"/>
            <a:ext cx="1142271" cy="1145681"/>
            <a:chOff x="6167975" y="2118400"/>
            <a:chExt cx="150775" cy="151225"/>
          </a:xfrm>
        </p:grpSpPr>
        <p:sp>
          <p:nvSpPr>
            <p:cNvPr id="685" name="Google Shape;685;p49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49"/>
          <p:cNvGrpSpPr/>
          <p:nvPr/>
        </p:nvGrpSpPr>
        <p:grpSpPr>
          <a:xfrm>
            <a:off x="-269226" y="3517179"/>
            <a:ext cx="1162531" cy="1161127"/>
            <a:chOff x="2651171" y="2397773"/>
            <a:chExt cx="2099568" cy="2097033"/>
          </a:xfrm>
        </p:grpSpPr>
        <p:sp>
          <p:nvSpPr>
            <p:cNvPr id="688" name="Google Shape;688;p49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49"/>
          <p:cNvSpPr/>
          <p:nvPr/>
        </p:nvSpPr>
        <p:spPr>
          <a:xfrm>
            <a:off x="7472262" y="127554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9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2" name="Google Shape;692;p49"/>
          <p:cNvSpPr txBox="1">
            <a:spLocks noGrp="1"/>
          </p:cNvSpPr>
          <p:nvPr>
            <p:ph type="subTitle" idx="1"/>
          </p:nvPr>
        </p:nvSpPr>
        <p:spPr>
          <a:xfrm>
            <a:off x="8832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49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ubTitle" idx="3"/>
          </p:nvPr>
        </p:nvSpPr>
        <p:spPr>
          <a:xfrm>
            <a:off x="8832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49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49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subTitle" idx="13"/>
          </p:nvPr>
        </p:nvSpPr>
        <p:spPr>
          <a:xfrm>
            <a:off x="60927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49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3" name="Google Shape;703;p49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86371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706" name="Google Shape;706;p50"/>
          <p:cNvGrpSpPr/>
          <p:nvPr/>
        </p:nvGrpSpPr>
        <p:grpSpPr>
          <a:xfrm rot="10800000" flipH="1">
            <a:off x="-1801065" y="629505"/>
            <a:ext cx="4015313" cy="3884503"/>
            <a:chOff x="5440750" y="1669400"/>
            <a:chExt cx="971525" cy="939875"/>
          </a:xfrm>
        </p:grpSpPr>
        <p:sp>
          <p:nvSpPr>
            <p:cNvPr id="707" name="Google Shape;707;p50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0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0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0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0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0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0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0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0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0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0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0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0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0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0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0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0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0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0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0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0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0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0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0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0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0"/>
          <p:cNvGrpSpPr/>
          <p:nvPr/>
        </p:nvGrpSpPr>
        <p:grpSpPr>
          <a:xfrm>
            <a:off x="8502856" y="115366"/>
            <a:ext cx="849275" cy="848250"/>
            <a:chOff x="2651171" y="2397773"/>
            <a:chExt cx="2099568" cy="2097033"/>
          </a:xfrm>
        </p:grpSpPr>
        <p:sp>
          <p:nvSpPr>
            <p:cNvPr id="827" name="Google Shape;827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50"/>
          <p:cNvGrpSpPr/>
          <p:nvPr/>
        </p:nvGrpSpPr>
        <p:grpSpPr>
          <a:xfrm>
            <a:off x="8163956" y="115366"/>
            <a:ext cx="849275" cy="848250"/>
            <a:chOff x="2651171" y="2397773"/>
            <a:chExt cx="2099568" cy="2097033"/>
          </a:xfrm>
        </p:grpSpPr>
        <p:sp>
          <p:nvSpPr>
            <p:cNvPr id="830" name="Google Shape;830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36475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4" name="Google Shape;834;p51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51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6" name="Google Shape;836;p51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7" name="Google Shape;837;p51"/>
          <p:cNvGrpSpPr/>
          <p:nvPr/>
        </p:nvGrpSpPr>
        <p:grpSpPr>
          <a:xfrm>
            <a:off x="-534234" y="2591589"/>
            <a:ext cx="3563418" cy="3276021"/>
            <a:chOff x="4765450" y="2817950"/>
            <a:chExt cx="894275" cy="822150"/>
          </a:xfrm>
        </p:grpSpPr>
        <p:sp>
          <p:nvSpPr>
            <p:cNvPr id="838" name="Google Shape;838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51"/>
          <p:cNvGrpSpPr/>
          <p:nvPr/>
        </p:nvGrpSpPr>
        <p:grpSpPr>
          <a:xfrm>
            <a:off x="666212" y="4424016"/>
            <a:ext cx="1162531" cy="1161127"/>
            <a:chOff x="7253149" y="3334154"/>
            <a:chExt cx="1162531" cy="1161127"/>
          </a:xfrm>
        </p:grpSpPr>
        <p:sp>
          <p:nvSpPr>
            <p:cNvPr id="843" name="Google Shape;843;p51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51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845" name="Google Shape;845;p51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1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7" name="Google Shape;847;p51"/>
          <p:cNvGrpSpPr/>
          <p:nvPr/>
        </p:nvGrpSpPr>
        <p:grpSpPr>
          <a:xfrm>
            <a:off x="7582096" y="290150"/>
            <a:ext cx="1162705" cy="962710"/>
            <a:chOff x="2210400" y="2558550"/>
            <a:chExt cx="971025" cy="804000"/>
          </a:xfrm>
        </p:grpSpPr>
        <p:sp>
          <p:nvSpPr>
            <p:cNvPr id="848" name="Google Shape;848;p5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51"/>
          <p:cNvGrpSpPr/>
          <p:nvPr/>
        </p:nvGrpSpPr>
        <p:grpSpPr>
          <a:xfrm>
            <a:off x="7415915" y="125143"/>
            <a:ext cx="3960194" cy="4417325"/>
            <a:chOff x="4665875" y="2544104"/>
            <a:chExt cx="993850" cy="1108571"/>
          </a:xfrm>
        </p:grpSpPr>
        <p:sp>
          <p:nvSpPr>
            <p:cNvPr id="857" name="Google Shape;857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665875" y="2544104"/>
              <a:ext cx="316425" cy="316425"/>
            </a:xfrm>
            <a:custGeom>
              <a:avLst/>
              <a:gdLst/>
              <a:ahLst/>
              <a:cxnLst/>
              <a:rect l="l" t="t" r="r" b="b"/>
              <a:pathLst>
                <a:path w="12657" h="12657" extrusionOk="0">
                  <a:moveTo>
                    <a:pt x="6329" y="1"/>
                  </a:moveTo>
                  <a:lnTo>
                    <a:pt x="1" y="6328"/>
                  </a:lnTo>
                  <a:lnTo>
                    <a:pt x="6329" y="12656"/>
                  </a:lnTo>
                  <a:lnTo>
                    <a:pt x="12656" y="6328"/>
                  </a:lnTo>
                  <a:lnTo>
                    <a:pt x="632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920850" y="3013825"/>
              <a:ext cx="358275" cy="358275"/>
            </a:xfrm>
            <a:custGeom>
              <a:avLst/>
              <a:gdLst/>
              <a:ahLst/>
              <a:cxnLst/>
              <a:rect l="l" t="t" r="r" b="b"/>
              <a:pathLst>
                <a:path w="14331" h="14331" extrusionOk="0">
                  <a:moveTo>
                    <a:pt x="7165" y="1"/>
                  </a:moveTo>
                  <a:lnTo>
                    <a:pt x="0" y="7166"/>
                  </a:lnTo>
                  <a:lnTo>
                    <a:pt x="7165" y="14331"/>
                  </a:lnTo>
                  <a:lnTo>
                    <a:pt x="14331" y="7166"/>
                  </a:lnTo>
                  <a:lnTo>
                    <a:pt x="7165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1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7" name="Google Shape;867;p51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1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9" name="Google Shape;869;p51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20714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grpSp>
        <p:nvGrpSpPr>
          <p:cNvPr id="874" name="Google Shape;874;p52"/>
          <p:cNvGrpSpPr/>
          <p:nvPr/>
        </p:nvGrpSpPr>
        <p:grpSpPr>
          <a:xfrm flipH="1">
            <a:off x="-381695" y="-226791"/>
            <a:ext cx="1460810" cy="1209538"/>
            <a:chOff x="2210400" y="2558550"/>
            <a:chExt cx="971025" cy="804000"/>
          </a:xfrm>
        </p:grpSpPr>
        <p:sp>
          <p:nvSpPr>
            <p:cNvPr id="875" name="Google Shape;875;p52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2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2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2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2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2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2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2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3" name="Google Shape;883;p52"/>
          <p:cNvSpPr/>
          <p:nvPr/>
        </p:nvSpPr>
        <p:spPr>
          <a:xfrm rot="10800000">
            <a:off x="7791243" y="-32071"/>
            <a:ext cx="1143140" cy="114314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2"/>
          <p:cNvSpPr/>
          <p:nvPr/>
        </p:nvSpPr>
        <p:spPr>
          <a:xfrm rot="10800000" flipH="1">
            <a:off x="-246354" y="-134571"/>
            <a:ext cx="1022043" cy="1025094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5" name="Google Shape;885;p52"/>
          <p:cNvGrpSpPr/>
          <p:nvPr/>
        </p:nvGrpSpPr>
        <p:grpSpPr>
          <a:xfrm rot="10800000">
            <a:off x="7328955" y="1039651"/>
            <a:ext cx="3587355" cy="2970298"/>
            <a:chOff x="2210400" y="2558550"/>
            <a:chExt cx="971025" cy="804000"/>
          </a:xfrm>
        </p:grpSpPr>
        <p:grpSp>
          <p:nvGrpSpPr>
            <p:cNvPr id="886" name="Google Shape;886;p52"/>
            <p:cNvGrpSpPr/>
            <p:nvPr/>
          </p:nvGrpSpPr>
          <p:grpSpPr>
            <a:xfrm>
              <a:off x="2210400" y="2558550"/>
              <a:ext cx="971025" cy="804000"/>
              <a:chOff x="2210400" y="2558550"/>
              <a:chExt cx="971025" cy="804000"/>
            </a:xfrm>
          </p:grpSpPr>
          <p:sp>
            <p:nvSpPr>
              <p:cNvPr id="887" name="Google Shape;887;p52"/>
              <p:cNvSpPr/>
              <p:nvPr/>
            </p:nvSpPr>
            <p:spPr>
              <a:xfrm>
                <a:off x="228065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52"/>
              <p:cNvSpPr/>
              <p:nvPr/>
            </p:nvSpPr>
            <p:spPr>
              <a:xfrm>
                <a:off x="2256925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78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52"/>
              <p:cNvSpPr/>
              <p:nvPr/>
            </p:nvSpPr>
            <p:spPr>
              <a:xfrm>
                <a:off x="2233650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52"/>
              <p:cNvSpPr/>
              <p:nvPr/>
            </p:nvSpPr>
            <p:spPr>
              <a:xfrm>
                <a:off x="22104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52"/>
              <p:cNvSpPr/>
              <p:nvPr/>
            </p:nvSpPr>
            <p:spPr>
              <a:xfrm>
                <a:off x="2377425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52"/>
              <p:cNvSpPr/>
              <p:nvPr/>
            </p:nvSpPr>
            <p:spPr>
              <a:xfrm>
                <a:off x="23537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52"/>
              <p:cNvSpPr/>
              <p:nvPr/>
            </p:nvSpPr>
            <p:spPr>
              <a:xfrm>
                <a:off x="2330425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29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52"/>
              <p:cNvSpPr/>
              <p:nvPr/>
            </p:nvSpPr>
            <p:spPr>
              <a:xfrm>
                <a:off x="2306700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99" y="31731"/>
                    </a:lnTo>
                    <a:lnTo>
                      <a:pt x="31732" y="16080"/>
                    </a:lnTo>
                    <a:lnTo>
                      <a:pt x="16099" y="428"/>
                    </a:lnTo>
                    <a:close/>
                    <a:moveTo>
                      <a:pt x="16099" y="32159"/>
                    </a:moveTo>
                    <a:lnTo>
                      <a:pt x="1" y="16080"/>
                    </a:lnTo>
                    <a:lnTo>
                      <a:pt x="16099" y="0"/>
                    </a:lnTo>
                    <a:lnTo>
                      <a:pt x="32179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5" name="Google Shape;895;p52"/>
            <p:cNvSpPr/>
            <p:nvPr/>
          </p:nvSpPr>
          <p:spPr>
            <a:xfrm>
              <a:off x="2937150" y="3007525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34"/>
                  </a:lnTo>
                  <a:lnTo>
                    <a:pt x="3015" y="6049"/>
                  </a:lnTo>
                  <a:lnTo>
                    <a:pt x="6030" y="3034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2"/>
            <p:cNvSpPr/>
            <p:nvPr/>
          </p:nvSpPr>
          <p:spPr>
            <a:xfrm>
              <a:off x="2931550" y="3002400"/>
              <a:ext cx="161950" cy="161950"/>
            </a:xfrm>
            <a:custGeom>
              <a:avLst/>
              <a:gdLst/>
              <a:ahLst/>
              <a:cxnLst/>
              <a:rect l="l" t="t" r="r" b="b"/>
              <a:pathLst>
                <a:path w="6478" h="6478" extrusionOk="0">
                  <a:moveTo>
                    <a:pt x="447" y="3239"/>
                  </a:moveTo>
                  <a:lnTo>
                    <a:pt x="3239" y="6031"/>
                  </a:lnTo>
                  <a:lnTo>
                    <a:pt x="6031" y="3239"/>
                  </a:lnTo>
                  <a:lnTo>
                    <a:pt x="3239" y="429"/>
                  </a:lnTo>
                  <a:close/>
                  <a:moveTo>
                    <a:pt x="3239" y="6477"/>
                  </a:moveTo>
                  <a:lnTo>
                    <a:pt x="1" y="3239"/>
                  </a:lnTo>
                  <a:lnTo>
                    <a:pt x="3239" y="1"/>
                  </a:lnTo>
                  <a:lnTo>
                    <a:pt x="6477" y="3239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2"/>
            <p:cNvSpPr/>
            <p:nvPr/>
          </p:nvSpPr>
          <p:spPr>
            <a:xfrm>
              <a:off x="2959950" y="3030325"/>
              <a:ext cx="105175" cy="105650"/>
            </a:xfrm>
            <a:custGeom>
              <a:avLst/>
              <a:gdLst/>
              <a:ahLst/>
              <a:cxnLst/>
              <a:rect l="l" t="t" r="r" b="b"/>
              <a:pathLst>
                <a:path w="4207" h="4226" extrusionOk="0">
                  <a:moveTo>
                    <a:pt x="428" y="2122"/>
                  </a:moveTo>
                  <a:lnTo>
                    <a:pt x="2103" y="3778"/>
                  </a:lnTo>
                  <a:lnTo>
                    <a:pt x="3778" y="2122"/>
                  </a:lnTo>
                  <a:lnTo>
                    <a:pt x="2103" y="447"/>
                  </a:lnTo>
                  <a:close/>
                  <a:moveTo>
                    <a:pt x="2103" y="4225"/>
                  </a:moveTo>
                  <a:lnTo>
                    <a:pt x="0" y="2122"/>
                  </a:lnTo>
                  <a:lnTo>
                    <a:pt x="2103" y="0"/>
                  </a:lnTo>
                  <a:lnTo>
                    <a:pt x="4206" y="2122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2"/>
            <p:cNvSpPr/>
            <p:nvPr/>
          </p:nvSpPr>
          <p:spPr>
            <a:xfrm>
              <a:off x="28301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2"/>
            <p:cNvSpPr/>
            <p:nvPr/>
          </p:nvSpPr>
          <p:spPr>
            <a:xfrm>
              <a:off x="2830600" y="2949825"/>
              <a:ext cx="950" cy="2350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2"/>
            <p:cNvSpPr/>
            <p:nvPr/>
          </p:nvSpPr>
          <p:spPr>
            <a:xfrm>
              <a:off x="2831525" y="2949375"/>
              <a:ext cx="500" cy="3275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2"/>
            <p:cNvSpPr/>
            <p:nvPr/>
          </p:nvSpPr>
          <p:spPr>
            <a:xfrm>
              <a:off x="2832000" y="2948900"/>
              <a:ext cx="475" cy="4225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2"/>
            <p:cNvSpPr/>
            <p:nvPr/>
          </p:nvSpPr>
          <p:spPr>
            <a:xfrm>
              <a:off x="2832450" y="2948425"/>
              <a:ext cx="500" cy="5150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2832925" y="2947500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2"/>
            <p:cNvSpPr/>
            <p:nvPr/>
          </p:nvSpPr>
          <p:spPr>
            <a:xfrm>
              <a:off x="2833375" y="2947050"/>
              <a:ext cx="500" cy="792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2"/>
            <p:cNvSpPr/>
            <p:nvPr/>
          </p:nvSpPr>
          <p:spPr>
            <a:xfrm>
              <a:off x="2833850" y="2946575"/>
              <a:ext cx="950" cy="8875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2"/>
            <p:cNvSpPr/>
            <p:nvPr/>
          </p:nvSpPr>
          <p:spPr>
            <a:xfrm>
              <a:off x="283477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2"/>
            <p:cNvSpPr/>
            <p:nvPr/>
          </p:nvSpPr>
          <p:spPr>
            <a:xfrm>
              <a:off x="2835250" y="2945650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2"/>
            <p:cNvSpPr/>
            <p:nvPr/>
          </p:nvSpPr>
          <p:spPr>
            <a:xfrm>
              <a:off x="2835725" y="2945175"/>
              <a:ext cx="475" cy="11650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2"/>
            <p:cNvSpPr/>
            <p:nvPr/>
          </p:nvSpPr>
          <p:spPr>
            <a:xfrm>
              <a:off x="28361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2"/>
            <p:cNvSpPr/>
            <p:nvPr/>
          </p:nvSpPr>
          <p:spPr>
            <a:xfrm>
              <a:off x="2836650" y="2943775"/>
              <a:ext cx="475" cy="14450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2"/>
            <p:cNvSpPr/>
            <p:nvPr/>
          </p:nvSpPr>
          <p:spPr>
            <a:xfrm>
              <a:off x="2837100" y="2943325"/>
              <a:ext cx="975" cy="15375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2"/>
            <p:cNvSpPr/>
            <p:nvPr/>
          </p:nvSpPr>
          <p:spPr>
            <a:xfrm>
              <a:off x="2838050" y="2942850"/>
              <a:ext cx="475" cy="16300"/>
            </a:xfrm>
            <a:custGeom>
              <a:avLst/>
              <a:gdLst/>
              <a:ahLst/>
              <a:cxnLst/>
              <a:rect l="l" t="t" r="r" b="b"/>
              <a:pathLst>
                <a:path w="19" h="652" extrusionOk="0">
                  <a:moveTo>
                    <a:pt x="19" y="1"/>
                  </a:moveTo>
                  <a:lnTo>
                    <a:pt x="0" y="19"/>
                  </a:lnTo>
                  <a:lnTo>
                    <a:pt x="0" y="633"/>
                  </a:lnTo>
                  <a:lnTo>
                    <a:pt x="19" y="65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2"/>
            <p:cNvSpPr/>
            <p:nvPr/>
          </p:nvSpPr>
          <p:spPr>
            <a:xfrm>
              <a:off x="2838500" y="2942375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9" y="1"/>
                  </a:moveTo>
                  <a:lnTo>
                    <a:pt x="1" y="20"/>
                  </a:lnTo>
                  <a:lnTo>
                    <a:pt x="1" y="671"/>
                  </a:lnTo>
                  <a:lnTo>
                    <a:pt x="19" y="69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2"/>
            <p:cNvSpPr/>
            <p:nvPr/>
          </p:nvSpPr>
          <p:spPr>
            <a:xfrm>
              <a:off x="2838975" y="2941925"/>
              <a:ext cx="475" cy="18175"/>
            </a:xfrm>
            <a:custGeom>
              <a:avLst/>
              <a:gdLst/>
              <a:ahLst/>
              <a:cxnLst/>
              <a:rect l="l" t="t" r="r" b="b"/>
              <a:pathLst>
                <a:path w="19" h="727" extrusionOk="0">
                  <a:moveTo>
                    <a:pt x="19" y="0"/>
                  </a:moveTo>
                  <a:lnTo>
                    <a:pt x="0" y="19"/>
                  </a:lnTo>
                  <a:lnTo>
                    <a:pt x="0" y="708"/>
                  </a:lnTo>
                  <a:lnTo>
                    <a:pt x="19" y="72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2"/>
            <p:cNvSpPr/>
            <p:nvPr/>
          </p:nvSpPr>
          <p:spPr>
            <a:xfrm>
              <a:off x="2839425" y="2941000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20" y="0"/>
                  </a:moveTo>
                  <a:lnTo>
                    <a:pt x="1" y="37"/>
                  </a:lnTo>
                  <a:lnTo>
                    <a:pt x="1" y="763"/>
                  </a:lnTo>
                  <a:lnTo>
                    <a:pt x="20" y="782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2"/>
            <p:cNvSpPr/>
            <p:nvPr/>
          </p:nvSpPr>
          <p:spPr>
            <a:xfrm>
              <a:off x="283990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9" y="1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3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2"/>
            <p:cNvSpPr/>
            <p:nvPr/>
          </p:nvSpPr>
          <p:spPr>
            <a:xfrm>
              <a:off x="2840375" y="2940050"/>
              <a:ext cx="950" cy="21900"/>
            </a:xfrm>
            <a:custGeom>
              <a:avLst/>
              <a:gdLst/>
              <a:ahLst/>
              <a:cxnLst/>
              <a:rect l="l" t="t" r="r" b="b"/>
              <a:pathLst>
                <a:path w="38" h="876" extrusionOk="0">
                  <a:moveTo>
                    <a:pt x="37" y="1"/>
                  </a:moveTo>
                  <a:lnTo>
                    <a:pt x="0" y="20"/>
                  </a:lnTo>
                  <a:lnTo>
                    <a:pt x="0" y="857"/>
                  </a:lnTo>
                  <a:lnTo>
                    <a:pt x="37" y="876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2"/>
            <p:cNvSpPr/>
            <p:nvPr/>
          </p:nvSpPr>
          <p:spPr>
            <a:xfrm>
              <a:off x="2841300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19" y="0"/>
                  </a:moveTo>
                  <a:lnTo>
                    <a:pt x="0" y="19"/>
                  </a:lnTo>
                  <a:lnTo>
                    <a:pt x="0" y="894"/>
                  </a:lnTo>
                  <a:lnTo>
                    <a:pt x="19" y="91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2"/>
            <p:cNvSpPr/>
            <p:nvPr/>
          </p:nvSpPr>
          <p:spPr>
            <a:xfrm>
              <a:off x="28417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20" y="1"/>
                  </a:moveTo>
                  <a:lnTo>
                    <a:pt x="1" y="19"/>
                  </a:lnTo>
                  <a:lnTo>
                    <a:pt x="1" y="931"/>
                  </a:lnTo>
                  <a:lnTo>
                    <a:pt x="20" y="95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2"/>
            <p:cNvSpPr/>
            <p:nvPr/>
          </p:nvSpPr>
          <p:spPr>
            <a:xfrm>
              <a:off x="2842225" y="2938675"/>
              <a:ext cx="500" cy="24675"/>
            </a:xfrm>
            <a:custGeom>
              <a:avLst/>
              <a:gdLst/>
              <a:ahLst/>
              <a:cxnLst/>
              <a:rect l="l" t="t" r="r" b="b"/>
              <a:pathLst>
                <a:path w="20" h="987" extrusionOk="0">
                  <a:moveTo>
                    <a:pt x="19" y="0"/>
                  </a:moveTo>
                  <a:lnTo>
                    <a:pt x="1" y="19"/>
                  </a:lnTo>
                  <a:lnTo>
                    <a:pt x="1" y="968"/>
                  </a:lnTo>
                  <a:lnTo>
                    <a:pt x="19" y="98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2"/>
            <p:cNvSpPr/>
            <p:nvPr/>
          </p:nvSpPr>
          <p:spPr>
            <a:xfrm>
              <a:off x="2842700" y="2937725"/>
              <a:ext cx="475" cy="26100"/>
            </a:xfrm>
            <a:custGeom>
              <a:avLst/>
              <a:gdLst/>
              <a:ahLst/>
              <a:cxnLst/>
              <a:rect l="l" t="t" r="r" b="b"/>
              <a:pathLst>
                <a:path w="19" h="1044" extrusionOk="0">
                  <a:moveTo>
                    <a:pt x="19" y="1"/>
                  </a:moveTo>
                  <a:lnTo>
                    <a:pt x="0" y="38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2"/>
            <p:cNvSpPr/>
            <p:nvPr/>
          </p:nvSpPr>
          <p:spPr>
            <a:xfrm>
              <a:off x="2843150" y="2937275"/>
              <a:ext cx="500" cy="27475"/>
            </a:xfrm>
            <a:custGeom>
              <a:avLst/>
              <a:gdLst/>
              <a:ahLst/>
              <a:cxnLst/>
              <a:rect l="l" t="t" r="r" b="b"/>
              <a:pathLst>
                <a:path w="20" h="1099" extrusionOk="0">
                  <a:moveTo>
                    <a:pt x="19" y="0"/>
                  </a:moveTo>
                  <a:lnTo>
                    <a:pt x="1" y="19"/>
                  </a:lnTo>
                  <a:lnTo>
                    <a:pt x="1" y="1061"/>
                  </a:lnTo>
                  <a:lnTo>
                    <a:pt x="19" y="109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2"/>
            <p:cNvSpPr/>
            <p:nvPr/>
          </p:nvSpPr>
          <p:spPr>
            <a:xfrm>
              <a:off x="2843625" y="2936800"/>
              <a:ext cx="950" cy="28400"/>
            </a:xfrm>
            <a:custGeom>
              <a:avLst/>
              <a:gdLst/>
              <a:ahLst/>
              <a:cxnLst/>
              <a:rect l="l" t="t" r="r" b="b"/>
              <a:pathLst>
                <a:path w="38" h="1136" extrusionOk="0">
                  <a:moveTo>
                    <a:pt x="38" y="1"/>
                  </a:moveTo>
                  <a:lnTo>
                    <a:pt x="0" y="19"/>
                  </a:lnTo>
                  <a:lnTo>
                    <a:pt x="0" y="1117"/>
                  </a:lnTo>
                  <a:lnTo>
                    <a:pt x="38" y="1136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2"/>
            <p:cNvSpPr/>
            <p:nvPr/>
          </p:nvSpPr>
          <p:spPr>
            <a:xfrm>
              <a:off x="2844550" y="2936350"/>
              <a:ext cx="500" cy="29325"/>
            </a:xfrm>
            <a:custGeom>
              <a:avLst/>
              <a:gdLst/>
              <a:ahLst/>
              <a:cxnLst/>
              <a:rect l="l" t="t" r="r" b="b"/>
              <a:pathLst>
                <a:path w="20" h="1173" extrusionOk="0">
                  <a:moveTo>
                    <a:pt x="19" y="0"/>
                  </a:moveTo>
                  <a:lnTo>
                    <a:pt x="1" y="19"/>
                  </a:lnTo>
                  <a:lnTo>
                    <a:pt x="1" y="1154"/>
                  </a:lnTo>
                  <a:lnTo>
                    <a:pt x="19" y="117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2"/>
            <p:cNvSpPr/>
            <p:nvPr/>
          </p:nvSpPr>
          <p:spPr>
            <a:xfrm>
              <a:off x="2845025" y="2935875"/>
              <a:ext cx="475" cy="30275"/>
            </a:xfrm>
            <a:custGeom>
              <a:avLst/>
              <a:gdLst/>
              <a:ahLst/>
              <a:cxnLst/>
              <a:rect l="l" t="t" r="r" b="b"/>
              <a:pathLst>
                <a:path w="19" h="1211" extrusionOk="0">
                  <a:moveTo>
                    <a:pt x="19" y="0"/>
                  </a:moveTo>
                  <a:lnTo>
                    <a:pt x="0" y="19"/>
                  </a:lnTo>
                  <a:lnTo>
                    <a:pt x="0" y="1192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2"/>
            <p:cNvSpPr/>
            <p:nvPr/>
          </p:nvSpPr>
          <p:spPr>
            <a:xfrm>
              <a:off x="2845475" y="2935400"/>
              <a:ext cx="500" cy="31200"/>
            </a:xfrm>
            <a:custGeom>
              <a:avLst/>
              <a:gdLst/>
              <a:ahLst/>
              <a:cxnLst/>
              <a:rect l="l" t="t" r="r" b="b"/>
              <a:pathLst>
                <a:path w="20" h="1248" extrusionOk="0">
                  <a:moveTo>
                    <a:pt x="19" y="1"/>
                  </a:moveTo>
                  <a:lnTo>
                    <a:pt x="1" y="19"/>
                  </a:lnTo>
                  <a:lnTo>
                    <a:pt x="1" y="1229"/>
                  </a:lnTo>
                  <a:lnTo>
                    <a:pt x="19" y="124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2"/>
            <p:cNvSpPr/>
            <p:nvPr/>
          </p:nvSpPr>
          <p:spPr>
            <a:xfrm>
              <a:off x="284595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1"/>
                  </a:moveTo>
                  <a:lnTo>
                    <a:pt x="0" y="38"/>
                  </a:lnTo>
                  <a:lnTo>
                    <a:pt x="0" y="1285"/>
                  </a:lnTo>
                  <a:lnTo>
                    <a:pt x="19" y="130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2"/>
            <p:cNvSpPr/>
            <p:nvPr/>
          </p:nvSpPr>
          <p:spPr>
            <a:xfrm>
              <a:off x="2846425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19" y="1"/>
                  </a:moveTo>
                  <a:lnTo>
                    <a:pt x="0" y="20"/>
                  </a:lnTo>
                  <a:lnTo>
                    <a:pt x="0" y="1322"/>
                  </a:lnTo>
                  <a:lnTo>
                    <a:pt x="19" y="136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2"/>
            <p:cNvSpPr/>
            <p:nvPr/>
          </p:nvSpPr>
          <p:spPr>
            <a:xfrm>
              <a:off x="2846875" y="2933550"/>
              <a:ext cx="950" cy="34925"/>
            </a:xfrm>
            <a:custGeom>
              <a:avLst/>
              <a:gdLst/>
              <a:ahLst/>
              <a:cxnLst/>
              <a:rect l="l" t="t" r="r" b="b"/>
              <a:pathLst>
                <a:path w="38" h="1397" extrusionOk="0">
                  <a:moveTo>
                    <a:pt x="38" y="0"/>
                  </a:moveTo>
                  <a:lnTo>
                    <a:pt x="1" y="19"/>
                  </a:lnTo>
                  <a:lnTo>
                    <a:pt x="1" y="1378"/>
                  </a:lnTo>
                  <a:lnTo>
                    <a:pt x="38" y="139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2"/>
            <p:cNvSpPr/>
            <p:nvPr/>
          </p:nvSpPr>
          <p:spPr>
            <a:xfrm>
              <a:off x="28478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20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20" y="1434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2"/>
            <p:cNvSpPr/>
            <p:nvPr/>
          </p:nvSpPr>
          <p:spPr>
            <a:xfrm>
              <a:off x="2848275" y="2932625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2"/>
            <p:cNvSpPr/>
            <p:nvPr/>
          </p:nvSpPr>
          <p:spPr>
            <a:xfrm>
              <a:off x="2848750" y="2932150"/>
              <a:ext cx="475" cy="37700"/>
            </a:xfrm>
            <a:custGeom>
              <a:avLst/>
              <a:gdLst/>
              <a:ahLst/>
              <a:cxnLst/>
              <a:rect l="l" t="t" r="r" b="b"/>
              <a:pathLst>
                <a:path w="19" h="1508" extrusionOk="0">
                  <a:moveTo>
                    <a:pt x="19" y="1"/>
                  </a:moveTo>
                  <a:lnTo>
                    <a:pt x="0" y="19"/>
                  </a:lnTo>
                  <a:lnTo>
                    <a:pt x="0" y="1489"/>
                  </a:lnTo>
                  <a:lnTo>
                    <a:pt x="19" y="150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2"/>
            <p:cNvSpPr/>
            <p:nvPr/>
          </p:nvSpPr>
          <p:spPr>
            <a:xfrm>
              <a:off x="2849200" y="2931225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9" y="0"/>
                  </a:moveTo>
                  <a:lnTo>
                    <a:pt x="1" y="38"/>
                  </a:lnTo>
                  <a:lnTo>
                    <a:pt x="1" y="1545"/>
                  </a:lnTo>
                  <a:lnTo>
                    <a:pt x="19" y="156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2"/>
            <p:cNvSpPr/>
            <p:nvPr/>
          </p:nvSpPr>
          <p:spPr>
            <a:xfrm>
              <a:off x="2849675" y="2930750"/>
              <a:ext cx="475" cy="40500"/>
            </a:xfrm>
            <a:custGeom>
              <a:avLst/>
              <a:gdLst/>
              <a:ahLst/>
              <a:cxnLst/>
              <a:rect l="l" t="t" r="r" b="b"/>
              <a:pathLst>
                <a:path w="19" h="1620" extrusionOk="0">
                  <a:moveTo>
                    <a:pt x="19" y="1"/>
                  </a:moveTo>
                  <a:lnTo>
                    <a:pt x="0" y="19"/>
                  </a:lnTo>
                  <a:lnTo>
                    <a:pt x="0" y="1583"/>
                  </a:lnTo>
                  <a:lnTo>
                    <a:pt x="19" y="162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2"/>
            <p:cNvSpPr/>
            <p:nvPr/>
          </p:nvSpPr>
          <p:spPr>
            <a:xfrm>
              <a:off x="2850125" y="2930300"/>
              <a:ext cx="975" cy="41425"/>
            </a:xfrm>
            <a:custGeom>
              <a:avLst/>
              <a:gdLst/>
              <a:ahLst/>
              <a:cxnLst/>
              <a:rect l="l" t="t" r="r" b="b"/>
              <a:pathLst>
                <a:path w="39" h="1657" extrusionOk="0">
                  <a:moveTo>
                    <a:pt x="38" y="0"/>
                  </a:moveTo>
                  <a:lnTo>
                    <a:pt x="1" y="19"/>
                  </a:lnTo>
                  <a:lnTo>
                    <a:pt x="1" y="1638"/>
                  </a:lnTo>
                  <a:lnTo>
                    <a:pt x="38" y="165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2"/>
            <p:cNvSpPr/>
            <p:nvPr/>
          </p:nvSpPr>
          <p:spPr>
            <a:xfrm>
              <a:off x="2851075" y="2929825"/>
              <a:ext cx="475" cy="42375"/>
            </a:xfrm>
            <a:custGeom>
              <a:avLst/>
              <a:gdLst/>
              <a:ahLst/>
              <a:cxnLst/>
              <a:rect l="l" t="t" r="r" b="b"/>
              <a:pathLst>
                <a:path w="19" h="1695" extrusionOk="0">
                  <a:moveTo>
                    <a:pt x="19" y="0"/>
                  </a:moveTo>
                  <a:lnTo>
                    <a:pt x="0" y="19"/>
                  </a:lnTo>
                  <a:lnTo>
                    <a:pt x="0" y="1675"/>
                  </a:lnTo>
                  <a:lnTo>
                    <a:pt x="19" y="169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2"/>
            <p:cNvSpPr/>
            <p:nvPr/>
          </p:nvSpPr>
          <p:spPr>
            <a:xfrm>
              <a:off x="285152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9" y="1"/>
                  </a:moveTo>
                  <a:lnTo>
                    <a:pt x="1" y="19"/>
                  </a:lnTo>
                  <a:lnTo>
                    <a:pt x="1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2"/>
            <p:cNvSpPr/>
            <p:nvPr/>
          </p:nvSpPr>
          <p:spPr>
            <a:xfrm>
              <a:off x="2852000" y="2928900"/>
              <a:ext cx="475" cy="44225"/>
            </a:xfrm>
            <a:custGeom>
              <a:avLst/>
              <a:gdLst/>
              <a:ahLst/>
              <a:cxnLst/>
              <a:rect l="l" t="t" r="r" b="b"/>
              <a:pathLst>
                <a:path w="19" h="1769" extrusionOk="0">
                  <a:moveTo>
                    <a:pt x="19" y="0"/>
                  </a:moveTo>
                  <a:lnTo>
                    <a:pt x="0" y="19"/>
                  </a:lnTo>
                  <a:lnTo>
                    <a:pt x="0" y="1750"/>
                  </a:lnTo>
                  <a:lnTo>
                    <a:pt x="19" y="17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2"/>
            <p:cNvSpPr/>
            <p:nvPr/>
          </p:nvSpPr>
          <p:spPr>
            <a:xfrm>
              <a:off x="2852475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19" y="0"/>
                  </a:moveTo>
                  <a:lnTo>
                    <a:pt x="0" y="37"/>
                  </a:lnTo>
                  <a:lnTo>
                    <a:pt x="0" y="1805"/>
                  </a:lnTo>
                  <a:lnTo>
                    <a:pt x="19" y="182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2"/>
            <p:cNvSpPr/>
            <p:nvPr/>
          </p:nvSpPr>
          <p:spPr>
            <a:xfrm>
              <a:off x="28529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19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19" y="18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2"/>
            <p:cNvSpPr/>
            <p:nvPr/>
          </p:nvSpPr>
          <p:spPr>
            <a:xfrm>
              <a:off x="2853400" y="2927025"/>
              <a:ext cx="950" cy="47950"/>
            </a:xfrm>
            <a:custGeom>
              <a:avLst/>
              <a:gdLst/>
              <a:ahLst/>
              <a:cxnLst/>
              <a:rect l="l" t="t" r="r" b="b"/>
              <a:pathLst>
                <a:path w="38" h="1918" extrusionOk="0">
                  <a:moveTo>
                    <a:pt x="37" y="1"/>
                  </a:moveTo>
                  <a:lnTo>
                    <a:pt x="0" y="19"/>
                  </a:lnTo>
                  <a:lnTo>
                    <a:pt x="0" y="1899"/>
                  </a:lnTo>
                  <a:lnTo>
                    <a:pt x="37" y="1918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2"/>
            <p:cNvSpPr/>
            <p:nvPr/>
          </p:nvSpPr>
          <p:spPr>
            <a:xfrm>
              <a:off x="2854325" y="2926575"/>
              <a:ext cx="500" cy="48875"/>
            </a:xfrm>
            <a:custGeom>
              <a:avLst/>
              <a:gdLst/>
              <a:ahLst/>
              <a:cxnLst/>
              <a:rect l="l" t="t" r="r" b="b"/>
              <a:pathLst>
                <a:path w="20" h="1955" extrusionOk="0">
                  <a:moveTo>
                    <a:pt x="19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19" y="19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2"/>
            <p:cNvSpPr/>
            <p:nvPr/>
          </p:nvSpPr>
          <p:spPr>
            <a:xfrm>
              <a:off x="2854800" y="2926100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1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2"/>
            <p:cNvSpPr/>
            <p:nvPr/>
          </p:nvSpPr>
          <p:spPr>
            <a:xfrm>
              <a:off x="2855250" y="2925625"/>
              <a:ext cx="500" cy="50750"/>
            </a:xfrm>
            <a:custGeom>
              <a:avLst/>
              <a:gdLst/>
              <a:ahLst/>
              <a:cxnLst/>
              <a:rect l="l" t="t" r="r" b="b"/>
              <a:pathLst>
                <a:path w="20" h="2030" extrusionOk="0">
                  <a:moveTo>
                    <a:pt x="19" y="1"/>
                  </a:moveTo>
                  <a:lnTo>
                    <a:pt x="1" y="20"/>
                  </a:lnTo>
                  <a:lnTo>
                    <a:pt x="1" y="2011"/>
                  </a:lnTo>
                  <a:lnTo>
                    <a:pt x="19" y="203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2"/>
            <p:cNvSpPr/>
            <p:nvPr/>
          </p:nvSpPr>
          <p:spPr>
            <a:xfrm>
              <a:off x="2855725" y="2924700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19" y="1"/>
                  </a:moveTo>
                  <a:lnTo>
                    <a:pt x="0" y="38"/>
                  </a:lnTo>
                  <a:lnTo>
                    <a:pt x="0" y="2067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2"/>
            <p:cNvSpPr/>
            <p:nvPr/>
          </p:nvSpPr>
          <p:spPr>
            <a:xfrm>
              <a:off x="2856175" y="2924250"/>
              <a:ext cx="500" cy="53525"/>
            </a:xfrm>
            <a:custGeom>
              <a:avLst/>
              <a:gdLst/>
              <a:ahLst/>
              <a:cxnLst/>
              <a:rect l="l" t="t" r="r" b="b"/>
              <a:pathLst>
                <a:path w="20" h="2141" extrusionOk="0">
                  <a:moveTo>
                    <a:pt x="20" y="0"/>
                  </a:moveTo>
                  <a:lnTo>
                    <a:pt x="1" y="19"/>
                  </a:lnTo>
                  <a:lnTo>
                    <a:pt x="1" y="2103"/>
                  </a:lnTo>
                  <a:lnTo>
                    <a:pt x="20" y="2140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2"/>
            <p:cNvSpPr/>
            <p:nvPr/>
          </p:nvSpPr>
          <p:spPr>
            <a:xfrm>
              <a:off x="2856650" y="2923775"/>
              <a:ext cx="950" cy="54450"/>
            </a:xfrm>
            <a:custGeom>
              <a:avLst/>
              <a:gdLst/>
              <a:ahLst/>
              <a:cxnLst/>
              <a:rect l="l" t="t" r="r" b="b"/>
              <a:pathLst>
                <a:path w="38" h="2178" extrusionOk="0">
                  <a:moveTo>
                    <a:pt x="38" y="1"/>
                  </a:moveTo>
                  <a:lnTo>
                    <a:pt x="1" y="19"/>
                  </a:lnTo>
                  <a:lnTo>
                    <a:pt x="1" y="2159"/>
                  </a:lnTo>
                  <a:lnTo>
                    <a:pt x="38" y="2178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2"/>
            <p:cNvSpPr/>
            <p:nvPr/>
          </p:nvSpPr>
          <p:spPr>
            <a:xfrm>
              <a:off x="2857575" y="2923300"/>
              <a:ext cx="500" cy="55400"/>
            </a:xfrm>
            <a:custGeom>
              <a:avLst/>
              <a:gdLst/>
              <a:ahLst/>
              <a:cxnLst/>
              <a:rect l="l" t="t" r="r" b="b"/>
              <a:pathLst>
                <a:path w="20" h="2216" extrusionOk="0">
                  <a:moveTo>
                    <a:pt x="19" y="1"/>
                  </a:moveTo>
                  <a:lnTo>
                    <a:pt x="1" y="20"/>
                  </a:lnTo>
                  <a:lnTo>
                    <a:pt x="1" y="2197"/>
                  </a:lnTo>
                  <a:lnTo>
                    <a:pt x="19" y="221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2"/>
            <p:cNvSpPr/>
            <p:nvPr/>
          </p:nvSpPr>
          <p:spPr>
            <a:xfrm>
              <a:off x="2858050" y="2922850"/>
              <a:ext cx="475" cy="56325"/>
            </a:xfrm>
            <a:custGeom>
              <a:avLst/>
              <a:gdLst/>
              <a:ahLst/>
              <a:cxnLst/>
              <a:rect l="l" t="t" r="r" b="b"/>
              <a:pathLst>
                <a:path w="19" h="2253" extrusionOk="0">
                  <a:moveTo>
                    <a:pt x="19" y="0"/>
                  </a:moveTo>
                  <a:lnTo>
                    <a:pt x="0" y="19"/>
                  </a:lnTo>
                  <a:lnTo>
                    <a:pt x="0" y="2234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2"/>
            <p:cNvSpPr/>
            <p:nvPr/>
          </p:nvSpPr>
          <p:spPr>
            <a:xfrm>
              <a:off x="2858500" y="2922375"/>
              <a:ext cx="500" cy="57250"/>
            </a:xfrm>
            <a:custGeom>
              <a:avLst/>
              <a:gdLst/>
              <a:ahLst/>
              <a:cxnLst/>
              <a:rect l="l" t="t" r="r" b="b"/>
              <a:pathLst>
                <a:path w="20" h="2290" extrusionOk="0">
                  <a:moveTo>
                    <a:pt x="20" y="1"/>
                  </a:moveTo>
                  <a:lnTo>
                    <a:pt x="1" y="19"/>
                  </a:lnTo>
                  <a:lnTo>
                    <a:pt x="1" y="2271"/>
                  </a:lnTo>
                  <a:lnTo>
                    <a:pt x="20" y="229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2"/>
            <p:cNvSpPr/>
            <p:nvPr/>
          </p:nvSpPr>
          <p:spPr>
            <a:xfrm>
              <a:off x="2858975" y="2921925"/>
              <a:ext cx="500" cy="58175"/>
            </a:xfrm>
            <a:custGeom>
              <a:avLst/>
              <a:gdLst/>
              <a:ahLst/>
              <a:cxnLst/>
              <a:rect l="l" t="t" r="r" b="b"/>
              <a:pathLst>
                <a:path w="20" h="2327" extrusionOk="0">
                  <a:moveTo>
                    <a:pt x="19" y="0"/>
                  </a:moveTo>
                  <a:lnTo>
                    <a:pt x="1" y="19"/>
                  </a:lnTo>
                  <a:lnTo>
                    <a:pt x="1" y="2308"/>
                  </a:lnTo>
                  <a:lnTo>
                    <a:pt x="19" y="2326"/>
                  </a:lnTo>
                  <a:lnTo>
                    <a:pt x="19" y="2308"/>
                  </a:lnTo>
                  <a:lnTo>
                    <a:pt x="19" y="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2"/>
            <p:cNvSpPr/>
            <p:nvPr/>
          </p:nvSpPr>
          <p:spPr>
            <a:xfrm>
              <a:off x="2859450" y="2922375"/>
              <a:ext cx="475" cy="57250"/>
            </a:xfrm>
            <a:custGeom>
              <a:avLst/>
              <a:gdLst/>
              <a:ahLst/>
              <a:cxnLst/>
              <a:rect l="l" t="t" r="r" b="b"/>
              <a:pathLst>
                <a:path w="19" h="2290" extrusionOk="0">
                  <a:moveTo>
                    <a:pt x="0" y="1"/>
                  </a:moveTo>
                  <a:lnTo>
                    <a:pt x="0" y="2290"/>
                  </a:lnTo>
                  <a:lnTo>
                    <a:pt x="19" y="227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2"/>
            <p:cNvSpPr/>
            <p:nvPr/>
          </p:nvSpPr>
          <p:spPr>
            <a:xfrm>
              <a:off x="2859900" y="2922850"/>
              <a:ext cx="950" cy="56325"/>
            </a:xfrm>
            <a:custGeom>
              <a:avLst/>
              <a:gdLst/>
              <a:ahLst/>
              <a:cxnLst/>
              <a:rect l="l" t="t" r="r" b="b"/>
              <a:pathLst>
                <a:path w="38" h="2253" extrusionOk="0">
                  <a:moveTo>
                    <a:pt x="1" y="0"/>
                  </a:moveTo>
                  <a:lnTo>
                    <a:pt x="1" y="2252"/>
                  </a:lnTo>
                  <a:lnTo>
                    <a:pt x="38" y="2234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2"/>
            <p:cNvSpPr/>
            <p:nvPr/>
          </p:nvSpPr>
          <p:spPr>
            <a:xfrm>
              <a:off x="2860850" y="2923300"/>
              <a:ext cx="475" cy="55400"/>
            </a:xfrm>
            <a:custGeom>
              <a:avLst/>
              <a:gdLst/>
              <a:ahLst/>
              <a:cxnLst/>
              <a:rect l="l" t="t" r="r" b="b"/>
              <a:pathLst>
                <a:path w="19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19" y="2197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2"/>
            <p:cNvSpPr/>
            <p:nvPr/>
          </p:nvSpPr>
          <p:spPr>
            <a:xfrm>
              <a:off x="2861300" y="2923775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1"/>
                  </a:moveTo>
                  <a:lnTo>
                    <a:pt x="1" y="2178"/>
                  </a:lnTo>
                  <a:lnTo>
                    <a:pt x="19" y="215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2"/>
            <p:cNvSpPr/>
            <p:nvPr/>
          </p:nvSpPr>
          <p:spPr>
            <a:xfrm>
              <a:off x="2861775" y="2924250"/>
              <a:ext cx="475" cy="53525"/>
            </a:xfrm>
            <a:custGeom>
              <a:avLst/>
              <a:gdLst/>
              <a:ahLst/>
              <a:cxnLst/>
              <a:rect l="l" t="t" r="r" b="b"/>
              <a:pathLst>
                <a:path w="19" h="2141" extrusionOk="0">
                  <a:moveTo>
                    <a:pt x="0" y="0"/>
                  </a:moveTo>
                  <a:lnTo>
                    <a:pt x="0" y="2140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2"/>
            <p:cNvSpPr/>
            <p:nvPr/>
          </p:nvSpPr>
          <p:spPr>
            <a:xfrm>
              <a:off x="2862225" y="2924700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" y="1"/>
                  </a:moveTo>
                  <a:lnTo>
                    <a:pt x="1" y="2085"/>
                  </a:lnTo>
                  <a:lnTo>
                    <a:pt x="19" y="2067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2"/>
            <p:cNvSpPr/>
            <p:nvPr/>
          </p:nvSpPr>
          <p:spPr>
            <a:xfrm>
              <a:off x="2862700" y="2925625"/>
              <a:ext cx="950" cy="50750"/>
            </a:xfrm>
            <a:custGeom>
              <a:avLst/>
              <a:gdLst/>
              <a:ahLst/>
              <a:cxnLst/>
              <a:rect l="l" t="t" r="r" b="b"/>
              <a:pathLst>
                <a:path w="38" h="2030" extrusionOk="0">
                  <a:moveTo>
                    <a:pt x="0" y="1"/>
                  </a:moveTo>
                  <a:lnTo>
                    <a:pt x="0" y="2030"/>
                  </a:lnTo>
                  <a:lnTo>
                    <a:pt x="38" y="2011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2"/>
            <p:cNvSpPr/>
            <p:nvPr/>
          </p:nvSpPr>
          <p:spPr>
            <a:xfrm>
              <a:off x="2863625" y="2926100"/>
              <a:ext cx="500" cy="49800"/>
            </a:xfrm>
            <a:custGeom>
              <a:avLst/>
              <a:gdLst/>
              <a:ahLst/>
              <a:cxnLst/>
              <a:rect l="l" t="t" r="r" b="b"/>
              <a:pathLst>
                <a:path w="20" h="1992" extrusionOk="0">
                  <a:moveTo>
                    <a:pt x="1" y="1"/>
                  </a:moveTo>
                  <a:lnTo>
                    <a:pt x="1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2"/>
            <p:cNvSpPr/>
            <p:nvPr/>
          </p:nvSpPr>
          <p:spPr>
            <a:xfrm>
              <a:off x="2864100" y="2926575"/>
              <a:ext cx="475" cy="48875"/>
            </a:xfrm>
            <a:custGeom>
              <a:avLst/>
              <a:gdLst/>
              <a:ahLst/>
              <a:cxnLst/>
              <a:rect l="l" t="t" r="r" b="b"/>
              <a:pathLst>
                <a:path w="19" h="1955" extrusionOk="0">
                  <a:moveTo>
                    <a:pt x="0" y="0"/>
                  </a:moveTo>
                  <a:lnTo>
                    <a:pt x="0" y="1954"/>
                  </a:lnTo>
                  <a:lnTo>
                    <a:pt x="19" y="193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2"/>
            <p:cNvSpPr/>
            <p:nvPr/>
          </p:nvSpPr>
          <p:spPr>
            <a:xfrm>
              <a:off x="2864550" y="2927025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" y="1"/>
                  </a:moveTo>
                  <a:lnTo>
                    <a:pt x="1" y="1918"/>
                  </a:lnTo>
                  <a:lnTo>
                    <a:pt x="19" y="189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2"/>
            <p:cNvSpPr/>
            <p:nvPr/>
          </p:nvSpPr>
          <p:spPr>
            <a:xfrm>
              <a:off x="28650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0" y="0"/>
                  </a:moveTo>
                  <a:lnTo>
                    <a:pt x="0" y="1880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2"/>
            <p:cNvSpPr/>
            <p:nvPr/>
          </p:nvSpPr>
          <p:spPr>
            <a:xfrm>
              <a:off x="2865500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19" y="1805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2"/>
            <p:cNvSpPr/>
            <p:nvPr/>
          </p:nvSpPr>
          <p:spPr>
            <a:xfrm>
              <a:off x="2865950" y="2928900"/>
              <a:ext cx="950" cy="44225"/>
            </a:xfrm>
            <a:custGeom>
              <a:avLst/>
              <a:gdLst/>
              <a:ahLst/>
              <a:cxnLst/>
              <a:rect l="l" t="t" r="r" b="b"/>
              <a:pathLst>
                <a:path w="38" h="1769" extrusionOk="0">
                  <a:moveTo>
                    <a:pt x="1" y="0"/>
                  </a:moveTo>
                  <a:lnTo>
                    <a:pt x="1" y="1768"/>
                  </a:lnTo>
                  <a:lnTo>
                    <a:pt x="38" y="1750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2"/>
            <p:cNvSpPr/>
            <p:nvPr/>
          </p:nvSpPr>
          <p:spPr>
            <a:xfrm>
              <a:off x="286687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20" y="171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2"/>
            <p:cNvSpPr/>
            <p:nvPr/>
          </p:nvSpPr>
          <p:spPr>
            <a:xfrm>
              <a:off x="2867350" y="2929825"/>
              <a:ext cx="500" cy="42375"/>
            </a:xfrm>
            <a:custGeom>
              <a:avLst/>
              <a:gdLst/>
              <a:ahLst/>
              <a:cxnLst/>
              <a:rect l="l" t="t" r="r" b="b"/>
              <a:pathLst>
                <a:path w="20" h="1695" extrusionOk="0">
                  <a:moveTo>
                    <a:pt x="1" y="0"/>
                  </a:moveTo>
                  <a:lnTo>
                    <a:pt x="1" y="1694"/>
                  </a:lnTo>
                  <a:lnTo>
                    <a:pt x="19" y="167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>
              <a:off x="2867825" y="2930300"/>
              <a:ext cx="475" cy="41425"/>
            </a:xfrm>
            <a:custGeom>
              <a:avLst/>
              <a:gdLst/>
              <a:ahLst/>
              <a:cxnLst/>
              <a:rect l="l" t="t" r="r" b="b"/>
              <a:pathLst>
                <a:path w="19" h="1657" extrusionOk="0">
                  <a:moveTo>
                    <a:pt x="0" y="0"/>
                  </a:moveTo>
                  <a:lnTo>
                    <a:pt x="0" y="1656"/>
                  </a:lnTo>
                  <a:lnTo>
                    <a:pt x="19" y="163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2"/>
            <p:cNvSpPr/>
            <p:nvPr/>
          </p:nvSpPr>
          <p:spPr>
            <a:xfrm>
              <a:off x="2868275" y="2930750"/>
              <a:ext cx="500" cy="40500"/>
            </a:xfrm>
            <a:custGeom>
              <a:avLst/>
              <a:gdLst/>
              <a:ahLst/>
              <a:cxnLst/>
              <a:rect l="l" t="t" r="r" b="b"/>
              <a:pathLst>
                <a:path w="20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19" y="158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2"/>
            <p:cNvSpPr/>
            <p:nvPr/>
          </p:nvSpPr>
          <p:spPr>
            <a:xfrm>
              <a:off x="2868750" y="2931225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0" y="0"/>
                  </a:moveTo>
                  <a:lnTo>
                    <a:pt x="0" y="1564"/>
                  </a:lnTo>
                  <a:lnTo>
                    <a:pt x="19" y="1545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2"/>
            <p:cNvSpPr/>
            <p:nvPr/>
          </p:nvSpPr>
          <p:spPr>
            <a:xfrm>
              <a:off x="2869200" y="2932150"/>
              <a:ext cx="975" cy="37700"/>
            </a:xfrm>
            <a:custGeom>
              <a:avLst/>
              <a:gdLst/>
              <a:ahLst/>
              <a:cxnLst/>
              <a:rect l="l" t="t" r="r" b="b"/>
              <a:pathLst>
                <a:path w="39" h="1508" extrusionOk="0">
                  <a:moveTo>
                    <a:pt x="1" y="1"/>
                  </a:moveTo>
                  <a:lnTo>
                    <a:pt x="1" y="1508"/>
                  </a:lnTo>
                  <a:lnTo>
                    <a:pt x="38" y="1489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2"/>
            <p:cNvSpPr/>
            <p:nvPr/>
          </p:nvSpPr>
          <p:spPr>
            <a:xfrm>
              <a:off x="2870150" y="2932625"/>
              <a:ext cx="475" cy="36775"/>
            </a:xfrm>
            <a:custGeom>
              <a:avLst/>
              <a:gdLst/>
              <a:ahLst/>
              <a:cxnLst/>
              <a:rect l="l" t="t" r="r" b="b"/>
              <a:pathLst>
                <a:path w="19" h="1471" extrusionOk="0">
                  <a:moveTo>
                    <a:pt x="0" y="0"/>
                  </a:moveTo>
                  <a:lnTo>
                    <a:pt x="0" y="1470"/>
                  </a:lnTo>
                  <a:lnTo>
                    <a:pt x="19" y="145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2"/>
            <p:cNvSpPr/>
            <p:nvPr/>
          </p:nvSpPr>
          <p:spPr>
            <a:xfrm>
              <a:off x="28706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19" y="141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2"/>
            <p:cNvSpPr/>
            <p:nvPr/>
          </p:nvSpPr>
          <p:spPr>
            <a:xfrm>
              <a:off x="2871075" y="2933550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0" y="0"/>
                  </a:moveTo>
                  <a:lnTo>
                    <a:pt x="0" y="1396"/>
                  </a:lnTo>
                  <a:lnTo>
                    <a:pt x="19" y="137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2"/>
            <p:cNvSpPr/>
            <p:nvPr/>
          </p:nvSpPr>
          <p:spPr>
            <a:xfrm>
              <a:off x="2871550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0" y="1"/>
                  </a:moveTo>
                  <a:lnTo>
                    <a:pt x="0" y="1360"/>
                  </a:lnTo>
                  <a:lnTo>
                    <a:pt x="19" y="1322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2"/>
            <p:cNvSpPr/>
            <p:nvPr/>
          </p:nvSpPr>
          <p:spPr>
            <a:xfrm>
              <a:off x="287200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1"/>
                  </a:moveTo>
                  <a:lnTo>
                    <a:pt x="1" y="1303"/>
                  </a:lnTo>
                  <a:lnTo>
                    <a:pt x="19" y="1285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2"/>
            <p:cNvSpPr/>
            <p:nvPr/>
          </p:nvSpPr>
          <p:spPr>
            <a:xfrm>
              <a:off x="2872475" y="2935400"/>
              <a:ext cx="950" cy="31200"/>
            </a:xfrm>
            <a:custGeom>
              <a:avLst/>
              <a:gdLst/>
              <a:ahLst/>
              <a:cxnLst/>
              <a:rect l="l" t="t" r="r" b="b"/>
              <a:pathLst>
                <a:path w="38" h="1248" extrusionOk="0">
                  <a:moveTo>
                    <a:pt x="0" y="1"/>
                  </a:moveTo>
                  <a:lnTo>
                    <a:pt x="0" y="1248"/>
                  </a:lnTo>
                  <a:lnTo>
                    <a:pt x="37" y="1229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2"/>
            <p:cNvSpPr/>
            <p:nvPr/>
          </p:nvSpPr>
          <p:spPr>
            <a:xfrm>
              <a:off x="2873400" y="2935875"/>
              <a:ext cx="500" cy="30275"/>
            </a:xfrm>
            <a:custGeom>
              <a:avLst/>
              <a:gdLst/>
              <a:ahLst/>
              <a:cxnLst/>
              <a:rect l="l" t="t" r="r" b="b"/>
              <a:pathLst>
                <a:path w="20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2"/>
            <p:cNvSpPr/>
            <p:nvPr/>
          </p:nvSpPr>
          <p:spPr>
            <a:xfrm>
              <a:off x="2873875" y="2936350"/>
              <a:ext cx="475" cy="29325"/>
            </a:xfrm>
            <a:custGeom>
              <a:avLst/>
              <a:gdLst/>
              <a:ahLst/>
              <a:cxnLst/>
              <a:rect l="l" t="t" r="r" b="b"/>
              <a:pathLst>
                <a:path w="19" h="1173" extrusionOk="0">
                  <a:moveTo>
                    <a:pt x="0" y="0"/>
                  </a:moveTo>
                  <a:lnTo>
                    <a:pt x="0" y="1173"/>
                  </a:lnTo>
                  <a:lnTo>
                    <a:pt x="19" y="115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2874325" y="2936800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" y="1"/>
                  </a:moveTo>
                  <a:lnTo>
                    <a:pt x="1" y="1136"/>
                  </a:lnTo>
                  <a:lnTo>
                    <a:pt x="19" y="1117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2"/>
            <p:cNvSpPr/>
            <p:nvPr/>
          </p:nvSpPr>
          <p:spPr>
            <a:xfrm>
              <a:off x="2874800" y="2937275"/>
              <a:ext cx="475" cy="27475"/>
            </a:xfrm>
            <a:custGeom>
              <a:avLst/>
              <a:gdLst/>
              <a:ahLst/>
              <a:cxnLst/>
              <a:rect l="l" t="t" r="r" b="b"/>
              <a:pathLst>
                <a:path w="19" h="1099" extrusionOk="0">
                  <a:moveTo>
                    <a:pt x="0" y="0"/>
                  </a:moveTo>
                  <a:lnTo>
                    <a:pt x="0" y="1098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2"/>
            <p:cNvSpPr/>
            <p:nvPr/>
          </p:nvSpPr>
          <p:spPr>
            <a:xfrm>
              <a:off x="2875250" y="2937725"/>
              <a:ext cx="500" cy="26100"/>
            </a:xfrm>
            <a:custGeom>
              <a:avLst/>
              <a:gdLst/>
              <a:ahLst/>
              <a:cxnLst/>
              <a:rect l="l" t="t" r="r" b="b"/>
              <a:pathLst>
                <a:path w="20" h="1044" extrusionOk="0">
                  <a:moveTo>
                    <a:pt x="1" y="1"/>
                  </a:moveTo>
                  <a:lnTo>
                    <a:pt x="1" y="1043"/>
                  </a:lnTo>
                  <a:lnTo>
                    <a:pt x="20" y="1024"/>
                  </a:lnTo>
                  <a:lnTo>
                    <a:pt x="20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2"/>
            <p:cNvSpPr/>
            <p:nvPr/>
          </p:nvSpPr>
          <p:spPr>
            <a:xfrm>
              <a:off x="2875725" y="2938675"/>
              <a:ext cx="950" cy="24675"/>
            </a:xfrm>
            <a:custGeom>
              <a:avLst/>
              <a:gdLst/>
              <a:ahLst/>
              <a:cxnLst/>
              <a:rect l="l" t="t" r="r" b="b"/>
              <a:pathLst>
                <a:path w="38" h="987" extrusionOk="0">
                  <a:moveTo>
                    <a:pt x="1" y="0"/>
                  </a:moveTo>
                  <a:lnTo>
                    <a:pt x="1" y="986"/>
                  </a:lnTo>
                  <a:lnTo>
                    <a:pt x="38" y="96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2"/>
            <p:cNvSpPr/>
            <p:nvPr/>
          </p:nvSpPr>
          <p:spPr>
            <a:xfrm>
              <a:off x="28766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1" y="1"/>
                  </a:moveTo>
                  <a:lnTo>
                    <a:pt x="1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2"/>
            <p:cNvSpPr/>
            <p:nvPr/>
          </p:nvSpPr>
          <p:spPr>
            <a:xfrm>
              <a:off x="2877125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0" y="0"/>
                  </a:moveTo>
                  <a:lnTo>
                    <a:pt x="0" y="912"/>
                  </a:lnTo>
                  <a:lnTo>
                    <a:pt x="19" y="89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2"/>
            <p:cNvSpPr/>
            <p:nvPr/>
          </p:nvSpPr>
          <p:spPr>
            <a:xfrm>
              <a:off x="2877575" y="2940050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" y="1"/>
                  </a:moveTo>
                  <a:lnTo>
                    <a:pt x="1" y="876"/>
                  </a:lnTo>
                  <a:lnTo>
                    <a:pt x="20" y="857"/>
                  </a:lnTo>
                  <a:lnTo>
                    <a:pt x="20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2"/>
            <p:cNvSpPr/>
            <p:nvPr/>
          </p:nvSpPr>
          <p:spPr>
            <a:xfrm>
              <a:off x="287805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" y="1"/>
                  </a:moveTo>
                  <a:lnTo>
                    <a:pt x="1" y="838"/>
                  </a:lnTo>
                  <a:lnTo>
                    <a:pt x="19" y="80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2"/>
            <p:cNvSpPr/>
            <p:nvPr/>
          </p:nvSpPr>
          <p:spPr>
            <a:xfrm>
              <a:off x="2878525" y="2941000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0" y="0"/>
                  </a:moveTo>
                  <a:lnTo>
                    <a:pt x="0" y="782"/>
                  </a:lnTo>
                  <a:lnTo>
                    <a:pt x="19" y="763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2"/>
            <p:cNvSpPr/>
            <p:nvPr/>
          </p:nvSpPr>
          <p:spPr>
            <a:xfrm>
              <a:off x="2878975" y="2941925"/>
              <a:ext cx="975" cy="18175"/>
            </a:xfrm>
            <a:custGeom>
              <a:avLst/>
              <a:gdLst/>
              <a:ahLst/>
              <a:cxnLst/>
              <a:rect l="l" t="t" r="r" b="b"/>
              <a:pathLst>
                <a:path w="39" h="727" extrusionOk="0">
                  <a:moveTo>
                    <a:pt x="1" y="0"/>
                  </a:moveTo>
                  <a:lnTo>
                    <a:pt x="1" y="726"/>
                  </a:lnTo>
                  <a:lnTo>
                    <a:pt x="38" y="70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2"/>
            <p:cNvSpPr/>
            <p:nvPr/>
          </p:nvSpPr>
          <p:spPr>
            <a:xfrm>
              <a:off x="2879925" y="2942375"/>
              <a:ext cx="475" cy="17250"/>
            </a:xfrm>
            <a:custGeom>
              <a:avLst/>
              <a:gdLst/>
              <a:ahLst/>
              <a:cxnLst/>
              <a:rect l="l" t="t" r="r" b="b"/>
              <a:pathLst>
                <a:path w="19" h="690" extrusionOk="0">
                  <a:moveTo>
                    <a:pt x="0" y="1"/>
                  </a:moveTo>
                  <a:lnTo>
                    <a:pt x="0" y="690"/>
                  </a:lnTo>
                  <a:lnTo>
                    <a:pt x="19" y="671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2"/>
            <p:cNvSpPr/>
            <p:nvPr/>
          </p:nvSpPr>
          <p:spPr>
            <a:xfrm>
              <a:off x="2880375" y="2942850"/>
              <a:ext cx="500" cy="16300"/>
            </a:xfrm>
            <a:custGeom>
              <a:avLst/>
              <a:gdLst/>
              <a:ahLst/>
              <a:cxnLst/>
              <a:rect l="l" t="t" r="r" b="b"/>
              <a:pathLst>
                <a:path w="20" h="652" extrusionOk="0">
                  <a:moveTo>
                    <a:pt x="1" y="1"/>
                  </a:moveTo>
                  <a:lnTo>
                    <a:pt x="1" y="652"/>
                  </a:lnTo>
                  <a:lnTo>
                    <a:pt x="19" y="63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2"/>
            <p:cNvSpPr/>
            <p:nvPr/>
          </p:nvSpPr>
          <p:spPr>
            <a:xfrm>
              <a:off x="2880850" y="2943325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0" y="0"/>
                  </a:moveTo>
                  <a:lnTo>
                    <a:pt x="0" y="614"/>
                  </a:lnTo>
                  <a:lnTo>
                    <a:pt x="19" y="59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2"/>
            <p:cNvSpPr/>
            <p:nvPr/>
          </p:nvSpPr>
          <p:spPr>
            <a:xfrm>
              <a:off x="2881300" y="2943775"/>
              <a:ext cx="500" cy="14450"/>
            </a:xfrm>
            <a:custGeom>
              <a:avLst/>
              <a:gdLst/>
              <a:ahLst/>
              <a:cxnLst/>
              <a:rect l="l" t="t" r="r" b="b"/>
              <a:pathLst>
                <a:path w="20" h="578" extrusionOk="0">
                  <a:moveTo>
                    <a:pt x="1" y="1"/>
                  </a:moveTo>
                  <a:lnTo>
                    <a:pt x="1" y="578"/>
                  </a:lnTo>
                  <a:lnTo>
                    <a:pt x="19" y="54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2"/>
            <p:cNvSpPr/>
            <p:nvPr/>
          </p:nvSpPr>
          <p:spPr>
            <a:xfrm>
              <a:off x="28817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0" y="0"/>
                  </a:moveTo>
                  <a:lnTo>
                    <a:pt x="0" y="522"/>
                  </a:lnTo>
                  <a:lnTo>
                    <a:pt x="19" y="503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2"/>
            <p:cNvSpPr/>
            <p:nvPr/>
          </p:nvSpPr>
          <p:spPr>
            <a:xfrm>
              <a:off x="2882250" y="2945175"/>
              <a:ext cx="950" cy="11650"/>
            </a:xfrm>
            <a:custGeom>
              <a:avLst/>
              <a:gdLst/>
              <a:ahLst/>
              <a:cxnLst/>
              <a:rect l="l" t="t" r="r" b="b"/>
              <a:pathLst>
                <a:path w="38" h="466" extrusionOk="0">
                  <a:moveTo>
                    <a:pt x="0" y="1"/>
                  </a:moveTo>
                  <a:lnTo>
                    <a:pt x="0" y="466"/>
                  </a:lnTo>
                  <a:lnTo>
                    <a:pt x="37" y="447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2"/>
            <p:cNvSpPr/>
            <p:nvPr/>
          </p:nvSpPr>
          <p:spPr>
            <a:xfrm>
              <a:off x="2883175" y="2945650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2"/>
            <p:cNvSpPr/>
            <p:nvPr/>
          </p:nvSpPr>
          <p:spPr>
            <a:xfrm>
              <a:off x="288362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" y="1"/>
                  </a:moveTo>
                  <a:lnTo>
                    <a:pt x="1" y="392"/>
                  </a:lnTo>
                  <a:lnTo>
                    <a:pt x="20" y="37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2"/>
            <p:cNvSpPr/>
            <p:nvPr/>
          </p:nvSpPr>
          <p:spPr>
            <a:xfrm>
              <a:off x="2884100" y="2946575"/>
              <a:ext cx="500" cy="8875"/>
            </a:xfrm>
            <a:custGeom>
              <a:avLst/>
              <a:gdLst/>
              <a:ahLst/>
              <a:cxnLst/>
              <a:rect l="l" t="t" r="r" b="b"/>
              <a:pathLst>
                <a:path w="20" h="355" extrusionOk="0">
                  <a:moveTo>
                    <a:pt x="1" y="0"/>
                  </a:moveTo>
                  <a:lnTo>
                    <a:pt x="1" y="354"/>
                  </a:lnTo>
                  <a:lnTo>
                    <a:pt x="19" y="33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2"/>
            <p:cNvSpPr/>
            <p:nvPr/>
          </p:nvSpPr>
          <p:spPr>
            <a:xfrm>
              <a:off x="2884575" y="2947050"/>
              <a:ext cx="475" cy="7925"/>
            </a:xfrm>
            <a:custGeom>
              <a:avLst/>
              <a:gdLst/>
              <a:ahLst/>
              <a:cxnLst/>
              <a:rect l="l" t="t" r="r" b="b"/>
              <a:pathLst>
                <a:path w="19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9" y="27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2"/>
            <p:cNvSpPr/>
            <p:nvPr/>
          </p:nvSpPr>
          <p:spPr>
            <a:xfrm>
              <a:off x="2885025" y="2947500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" y="1"/>
                  </a:moveTo>
                  <a:lnTo>
                    <a:pt x="1" y="261"/>
                  </a:lnTo>
                  <a:lnTo>
                    <a:pt x="19" y="243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2"/>
            <p:cNvSpPr/>
            <p:nvPr/>
          </p:nvSpPr>
          <p:spPr>
            <a:xfrm>
              <a:off x="2885500" y="2948425"/>
              <a:ext cx="950" cy="5150"/>
            </a:xfrm>
            <a:custGeom>
              <a:avLst/>
              <a:gdLst/>
              <a:ahLst/>
              <a:cxnLst/>
              <a:rect l="l" t="t" r="r" b="b"/>
              <a:pathLst>
                <a:path w="38" h="206" extrusionOk="0">
                  <a:moveTo>
                    <a:pt x="0" y="1"/>
                  </a:moveTo>
                  <a:lnTo>
                    <a:pt x="0" y="206"/>
                  </a:lnTo>
                  <a:lnTo>
                    <a:pt x="38" y="187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2"/>
            <p:cNvSpPr/>
            <p:nvPr/>
          </p:nvSpPr>
          <p:spPr>
            <a:xfrm>
              <a:off x="2886425" y="2948900"/>
              <a:ext cx="500" cy="4225"/>
            </a:xfrm>
            <a:custGeom>
              <a:avLst/>
              <a:gdLst/>
              <a:ahLst/>
              <a:cxnLst/>
              <a:rect l="l" t="t" r="r" b="b"/>
              <a:pathLst>
                <a:path w="20" h="169" extrusionOk="0">
                  <a:moveTo>
                    <a:pt x="1" y="1"/>
                  </a:moveTo>
                  <a:lnTo>
                    <a:pt x="1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2"/>
            <p:cNvSpPr/>
            <p:nvPr/>
          </p:nvSpPr>
          <p:spPr>
            <a:xfrm>
              <a:off x="2886900" y="2949375"/>
              <a:ext cx="475" cy="3275"/>
            </a:xfrm>
            <a:custGeom>
              <a:avLst/>
              <a:gdLst/>
              <a:ahLst/>
              <a:cxnLst/>
              <a:rect l="l" t="t" r="r" b="b"/>
              <a:pathLst>
                <a:path w="19" h="131" extrusionOk="0">
                  <a:moveTo>
                    <a:pt x="0" y="0"/>
                  </a:moveTo>
                  <a:lnTo>
                    <a:pt x="0" y="130"/>
                  </a:lnTo>
                  <a:lnTo>
                    <a:pt x="19" y="11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2"/>
            <p:cNvSpPr/>
            <p:nvPr/>
          </p:nvSpPr>
          <p:spPr>
            <a:xfrm>
              <a:off x="2887350" y="2949825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" y="1"/>
                  </a:moveTo>
                  <a:lnTo>
                    <a:pt x="1" y="94"/>
                  </a:lnTo>
                  <a:lnTo>
                    <a:pt x="19" y="7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2"/>
            <p:cNvSpPr/>
            <p:nvPr/>
          </p:nvSpPr>
          <p:spPr>
            <a:xfrm>
              <a:off x="28878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0" y="0"/>
                  </a:moveTo>
                  <a:lnTo>
                    <a:pt x="0" y="5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0881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53"/>
          <p:cNvGrpSpPr/>
          <p:nvPr/>
        </p:nvGrpSpPr>
        <p:grpSpPr>
          <a:xfrm>
            <a:off x="8057480" y="3530521"/>
            <a:ext cx="2514088" cy="2081645"/>
            <a:chOff x="3573297" y="232872"/>
            <a:chExt cx="5470164" cy="4529254"/>
          </a:xfrm>
        </p:grpSpPr>
        <p:sp>
          <p:nvSpPr>
            <p:cNvPr id="1007" name="Google Shape;1007;p5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3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3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3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3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3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3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3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3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3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3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3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3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3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3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9" name="Google Shape;1029;p53"/>
          <p:cNvGrpSpPr/>
          <p:nvPr/>
        </p:nvGrpSpPr>
        <p:grpSpPr>
          <a:xfrm>
            <a:off x="-2292835" y="-60870"/>
            <a:ext cx="4084025" cy="3381541"/>
            <a:chOff x="3573297" y="232872"/>
            <a:chExt cx="5470164" cy="4529254"/>
          </a:xfrm>
        </p:grpSpPr>
        <p:sp>
          <p:nvSpPr>
            <p:cNvPr id="1030" name="Google Shape;1030;p5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" name="Google Shape;1038;p53"/>
          <p:cNvGrpSpPr/>
          <p:nvPr/>
        </p:nvGrpSpPr>
        <p:grpSpPr>
          <a:xfrm flipH="1">
            <a:off x="7185910" y="-217751"/>
            <a:ext cx="2872292" cy="2378232"/>
            <a:chOff x="2210400" y="2558550"/>
            <a:chExt cx="971025" cy="804000"/>
          </a:xfrm>
        </p:grpSpPr>
        <p:sp>
          <p:nvSpPr>
            <p:cNvPr id="1039" name="Google Shape;1039;p5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7" name="Google Shape;1047;p53"/>
          <p:cNvSpPr/>
          <p:nvPr/>
        </p:nvSpPr>
        <p:spPr>
          <a:xfrm flipH="1">
            <a:off x="8817412" y="11134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8" name="Google Shape;1048;p53"/>
          <p:cNvGrpSpPr/>
          <p:nvPr/>
        </p:nvGrpSpPr>
        <p:grpSpPr>
          <a:xfrm>
            <a:off x="7581510" y="-9"/>
            <a:ext cx="849275" cy="848250"/>
            <a:chOff x="8751122" y="1283566"/>
            <a:chExt cx="849275" cy="848250"/>
          </a:xfrm>
        </p:grpSpPr>
        <p:sp>
          <p:nvSpPr>
            <p:cNvPr id="1049" name="Google Shape;1049;p53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0" name="Google Shape;1050;p53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1051" name="Google Shape;1051;p53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53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53" name="Google Shape;1053;p53"/>
          <p:cNvGrpSpPr/>
          <p:nvPr/>
        </p:nvGrpSpPr>
        <p:grpSpPr>
          <a:xfrm>
            <a:off x="-1209358" y="2362946"/>
            <a:ext cx="2514088" cy="2081645"/>
            <a:chOff x="3573297" y="232872"/>
            <a:chExt cx="5470164" cy="4529254"/>
          </a:xfrm>
        </p:grpSpPr>
        <p:sp>
          <p:nvSpPr>
            <p:cNvPr id="1054" name="Google Shape;1054;p5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p53"/>
          <p:cNvGrpSpPr/>
          <p:nvPr/>
        </p:nvGrpSpPr>
        <p:grpSpPr>
          <a:xfrm>
            <a:off x="8197422" y="4147216"/>
            <a:ext cx="849275" cy="848250"/>
            <a:chOff x="8751122" y="1283566"/>
            <a:chExt cx="849275" cy="848250"/>
          </a:xfrm>
        </p:grpSpPr>
        <p:sp>
          <p:nvSpPr>
            <p:cNvPr id="1063" name="Google Shape;1063;p53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4" name="Google Shape;1064;p53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1065" name="Google Shape;1065;p53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FFFF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53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FFFF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67" name="Google Shape;1067;p53"/>
          <p:cNvSpPr/>
          <p:nvPr/>
        </p:nvSpPr>
        <p:spPr>
          <a:xfrm>
            <a:off x="46319" y="2327646"/>
            <a:ext cx="801132" cy="801132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5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69" name="Google Shape;1069;p53"/>
          <p:cNvSpPr txBox="1">
            <a:spLocks noGrp="1"/>
          </p:cNvSpPr>
          <p:nvPr>
            <p:ph type="title" idx="2"/>
          </p:nvPr>
        </p:nvSpPr>
        <p:spPr>
          <a:xfrm>
            <a:off x="1195863" y="18352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70" name="Google Shape;1070;p53"/>
          <p:cNvSpPr txBox="1">
            <a:spLocks noGrp="1"/>
          </p:cNvSpPr>
          <p:nvPr>
            <p:ph type="subTitle" idx="1"/>
          </p:nvPr>
        </p:nvSpPr>
        <p:spPr>
          <a:xfrm>
            <a:off x="1195825" y="227870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1" name="Google Shape;1071;p53"/>
          <p:cNvSpPr txBox="1">
            <a:spLocks noGrp="1"/>
          </p:cNvSpPr>
          <p:nvPr>
            <p:ph type="title" idx="3"/>
          </p:nvPr>
        </p:nvSpPr>
        <p:spPr>
          <a:xfrm>
            <a:off x="5081043" y="18352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72" name="Google Shape;1072;p53"/>
          <p:cNvSpPr txBox="1">
            <a:spLocks noGrp="1"/>
          </p:cNvSpPr>
          <p:nvPr>
            <p:ph type="subTitle" idx="4"/>
          </p:nvPr>
        </p:nvSpPr>
        <p:spPr>
          <a:xfrm>
            <a:off x="5081005" y="227870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53"/>
          <p:cNvSpPr txBox="1">
            <a:spLocks noGrp="1"/>
          </p:cNvSpPr>
          <p:nvPr>
            <p:ph type="title" idx="5"/>
          </p:nvPr>
        </p:nvSpPr>
        <p:spPr>
          <a:xfrm>
            <a:off x="1195850" y="36195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74" name="Google Shape;1074;p53"/>
          <p:cNvSpPr txBox="1">
            <a:spLocks noGrp="1"/>
          </p:cNvSpPr>
          <p:nvPr>
            <p:ph type="subTitle" idx="6"/>
          </p:nvPr>
        </p:nvSpPr>
        <p:spPr>
          <a:xfrm>
            <a:off x="1195813" y="40629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53"/>
          <p:cNvSpPr txBox="1">
            <a:spLocks noGrp="1"/>
          </p:cNvSpPr>
          <p:nvPr>
            <p:ph type="title" idx="7"/>
          </p:nvPr>
        </p:nvSpPr>
        <p:spPr>
          <a:xfrm>
            <a:off x="5081030" y="36195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76" name="Google Shape;1076;p53"/>
          <p:cNvSpPr txBox="1">
            <a:spLocks noGrp="1"/>
          </p:cNvSpPr>
          <p:nvPr>
            <p:ph type="subTitle" idx="8"/>
          </p:nvPr>
        </p:nvSpPr>
        <p:spPr>
          <a:xfrm>
            <a:off x="5080993" y="40629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67379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54"/>
          <p:cNvGrpSpPr/>
          <p:nvPr/>
        </p:nvGrpSpPr>
        <p:grpSpPr>
          <a:xfrm flipH="1">
            <a:off x="-275840" y="688309"/>
            <a:ext cx="4030417" cy="3337154"/>
            <a:chOff x="3573297" y="232872"/>
            <a:chExt cx="5470164" cy="4529254"/>
          </a:xfrm>
        </p:grpSpPr>
        <p:sp>
          <p:nvSpPr>
            <p:cNvPr id="1079" name="Google Shape;1079;p54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4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4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4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4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4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4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4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7" name="Google Shape;1087;p54"/>
          <p:cNvGrpSpPr/>
          <p:nvPr/>
        </p:nvGrpSpPr>
        <p:grpSpPr>
          <a:xfrm flipH="1">
            <a:off x="-162540" y="-610701"/>
            <a:ext cx="2872292" cy="2378232"/>
            <a:chOff x="2210400" y="2558550"/>
            <a:chExt cx="971025" cy="804000"/>
          </a:xfrm>
        </p:grpSpPr>
        <p:sp>
          <p:nvSpPr>
            <p:cNvPr id="1088" name="Google Shape;1088;p5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6" name="Google Shape;1096;p54"/>
          <p:cNvSpPr/>
          <p:nvPr/>
        </p:nvSpPr>
        <p:spPr>
          <a:xfrm flipH="1">
            <a:off x="-59962" y="28048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7" name="Google Shape;1097;p54"/>
          <p:cNvGrpSpPr/>
          <p:nvPr/>
        </p:nvGrpSpPr>
        <p:grpSpPr>
          <a:xfrm>
            <a:off x="5984694" y="-558274"/>
            <a:ext cx="3525470" cy="2917646"/>
            <a:chOff x="5440750" y="1669400"/>
            <a:chExt cx="971525" cy="804025"/>
          </a:xfrm>
        </p:grpSpPr>
        <p:sp>
          <p:nvSpPr>
            <p:cNvPr id="1098" name="Google Shape;1098;p5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4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4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4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54"/>
          <p:cNvGrpSpPr/>
          <p:nvPr/>
        </p:nvGrpSpPr>
        <p:grpSpPr>
          <a:xfrm rot="10800000">
            <a:off x="6888722" y="2718139"/>
            <a:ext cx="2872292" cy="2378232"/>
            <a:chOff x="2210400" y="2558550"/>
            <a:chExt cx="971025" cy="804000"/>
          </a:xfrm>
        </p:grpSpPr>
        <p:sp>
          <p:nvSpPr>
            <p:cNvPr id="1110" name="Google Shape;1110;p5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8" name="Google Shape;1118;p54"/>
          <p:cNvSpPr/>
          <p:nvPr/>
        </p:nvSpPr>
        <p:spPr>
          <a:xfrm rot="10800000">
            <a:off x="6793483" y="3087230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54"/>
          <p:cNvSpPr txBox="1">
            <a:spLocks noGrp="1"/>
          </p:cNvSpPr>
          <p:nvPr>
            <p:ph type="title"/>
          </p:nvPr>
        </p:nvSpPr>
        <p:spPr>
          <a:xfrm>
            <a:off x="1750325" y="1478650"/>
            <a:ext cx="5848500" cy="161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120" name="Google Shape;1120;p54"/>
          <p:cNvSpPr txBox="1">
            <a:spLocks noGrp="1"/>
          </p:cNvSpPr>
          <p:nvPr>
            <p:ph type="body" idx="1"/>
          </p:nvPr>
        </p:nvSpPr>
        <p:spPr>
          <a:xfrm>
            <a:off x="1751539" y="3243000"/>
            <a:ext cx="5848500" cy="49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 b="1">
                <a:solidFill>
                  <a:schemeClr val="dk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50741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2" name="Google Shape;1122;p55"/>
          <p:cNvGrpSpPr/>
          <p:nvPr/>
        </p:nvGrpSpPr>
        <p:grpSpPr>
          <a:xfrm rot="10800000" flipH="1">
            <a:off x="6637105" y="2828351"/>
            <a:ext cx="3587355" cy="2970298"/>
            <a:chOff x="2210400" y="2558550"/>
            <a:chExt cx="971025" cy="804000"/>
          </a:xfrm>
        </p:grpSpPr>
        <p:grpSp>
          <p:nvGrpSpPr>
            <p:cNvPr id="1123" name="Google Shape;1123;p55"/>
            <p:cNvGrpSpPr/>
            <p:nvPr/>
          </p:nvGrpSpPr>
          <p:grpSpPr>
            <a:xfrm>
              <a:off x="2210400" y="2558550"/>
              <a:ext cx="971025" cy="804000"/>
              <a:chOff x="2210400" y="2558550"/>
              <a:chExt cx="971025" cy="804000"/>
            </a:xfrm>
          </p:grpSpPr>
          <p:sp>
            <p:nvSpPr>
              <p:cNvPr id="1124" name="Google Shape;1124;p55"/>
              <p:cNvSpPr/>
              <p:nvPr/>
            </p:nvSpPr>
            <p:spPr>
              <a:xfrm>
                <a:off x="228065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55"/>
              <p:cNvSpPr/>
              <p:nvPr/>
            </p:nvSpPr>
            <p:spPr>
              <a:xfrm>
                <a:off x="2256925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78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55"/>
              <p:cNvSpPr/>
              <p:nvPr/>
            </p:nvSpPr>
            <p:spPr>
              <a:xfrm>
                <a:off x="2233650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55"/>
              <p:cNvSpPr/>
              <p:nvPr/>
            </p:nvSpPr>
            <p:spPr>
              <a:xfrm>
                <a:off x="22104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55"/>
              <p:cNvSpPr/>
              <p:nvPr/>
            </p:nvSpPr>
            <p:spPr>
              <a:xfrm>
                <a:off x="2377425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55"/>
              <p:cNvSpPr/>
              <p:nvPr/>
            </p:nvSpPr>
            <p:spPr>
              <a:xfrm>
                <a:off x="23537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55"/>
              <p:cNvSpPr/>
              <p:nvPr/>
            </p:nvSpPr>
            <p:spPr>
              <a:xfrm>
                <a:off x="2330425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29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55"/>
              <p:cNvSpPr/>
              <p:nvPr/>
            </p:nvSpPr>
            <p:spPr>
              <a:xfrm>
                <a:off x="2306700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99" y="31731"/>
                    </a:lnTo>
                    <a:lnTo>
                      <a:pt x="31732" y="16080"/>
                    </a:lnTo>
                    <a:lnTo>
                      <a:pt x="16099" y="428"/>
                    </a:lnTo>
                    <a:close/>
                    <a:moveTo>
                      <a:pt x="16099" y="32159"/>
                    </a:moveTo>
                    <a:lnTo>
                      <a:pt x="1" y="16080"/>
                    </a:lnTo>
                    <a:lnTo>
                      <a:pt x="16099" y="0"/>
                    </a:lnTo>
                    <a:lnTo>
                      <a:pt x="32179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2" name="Google Shape;1132;p55"/>
            <p:cNvSpPr/>
            <p:nvPr/>
          </p:nvSpPr>
          <p:spPr>
            <a:xfrm>
              <a:off x="2937150" y="3007525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34"/>
                  </a:lnTo>
                  <a:lnTo>
                    <a:pt x="3015" y="6049"/>
                  </a:lnTo>
                  <a:lnTo>
                    <a:pt x="6030" y="3034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5"/>
            <p:cNvSpPr/>
            <p:nvPr/>
          </p:nvSpPr>
          <p:spPr>
            <a:xfrm>
              <a:off x="2931550" y="3002400"/>
              <a:ext cx="161950" cy="161950"/>
            </a:xfrm>
            <a:custGeom>
              <a:avLst/>
              <a:gdLst/>
              <a:ahLst/>
              <a:cxnLst/>
              <a:rect l="l" t="t" r="r" b="b"/>
              <a:pathLst>
                <a:path w="6478" h="6478" extrusionOk="0">
                  <a:moveTo>
                    <a:pt x="447" y="3239"/>
                  </a:moveTo>
                  <a:lnTo>
                    <a:pt x="3239" y="6031"/>
                  </a:lnTo>
                  <a:lnTo>
                    <a:pt x="6031" y="3239"/>
                  </a:lnTo>
                  <a:lnTo>
                    <a:pt x="3239" y="429"/>
                  </a:lnTo>
                  <a:close/>
                  <a:moveTo>
                    <a:pt x="3239" y="6477"/>
                  </a:moveTo>
                  <a:lnTo>
                    <a:pt x="1" y="3239"/>
                  </a:lnTo>
                  <a:lnTo>
                    <a:pt x="3239" y="1"/>
                  </a:lnTo>
                  <a:lnTo>
                    <a:pt x="6477" y="3239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5"/>
            <p:cNvSpPr/>
            <p:nvPr/>
          </p:nvSpPr>
          <p:spPr>
            <a:xfrm>
              <a:off x="2959950" y="3030325"/>
              <a:ext cx="105175" cy="105650"/>
            </a:xfrm>
            <a:custGeom>
              <a:avLst/>
              <a:gdLst/>
              <a:ahLst/>
              <a:cxnLst/>
              <a:rect l="l" t="t" r="r" b="b"/>
              <a:pathLst>
                <a:path w="4207" h="4226" extrusionOk="0">
                  <a:moveTo>
                    <a:pt x="428" y="2122"/>
                  </a:moveTo>
                  <a:lnTo>
                    <a:pt x="2103" y="3778"/>
                  </a:lnTo>
                  <a:lnTo>
                    <a:pt x="3778" y="2122"/>
                  </a:lnTo>
                  <a:lnTo>
                    <a:pt x="2103" y="447"/>
                  </a:lnTo>
                  <a:close/>
                  <a:moveTo>
                    <a:pt x="2103" y="4225"/>
                  </a:moveTo>
                  <a:lnTo>
                    <a:pt x="0" y="2122"/>
                  </a:lnTo>
                  <a:lnTo>
                    <a:pt x="2103" y="0"/>
                  </a:lnTo>
                  <a:lnTo>
                    <a:pt x="4206" y="2122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5"/>
            <p:cNvSpPr/>
            <p:nvPr/>
          </p:nvSpPr>
          <p:spPr>
            <a:xfrm>
              <a:off x="28301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5"/>
            <p:cNvSpPr/>
            <p:nvPr/>
          </p:nvSpPr>
          <p:spPr>
            <a:xfrm>
              <a:off x="2830600" y="2949825"/>
              <a:ext cx="950" cy="2350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5"/>
            <p:cNvSpPr/>
            <p:nvPr/>
          </p:nvSpPr>
          <p:spPr>
            <a:xfrm>
              <a:off x="2831525" y="2949375"/>
              <a:ext cx="500" cy="3275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5"/>
            <p:cNvSpPr/>
            <p:nvPr/>
          </p:nvSpPr>
          <p:spPr>
            <a:xfrm>
              <a:off x="2832000" y="2948900"/>
              <a:ext cx="475" cy="4225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5"/>
            <p:cNvSpPr/>
            <p:nvPr/>
          </p:nvSpPr>
          <p:spPr>
            <a:xfrm>
              <a:off x="2832450" y="2948425"/>
              <a:ext cx="500" cy="5150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5"/>
            <p:cNvSpPr/>
            <p:nvPr/>
          </p:nvSpPr>
          <p:spPr>
            <a:xfrm>
              <a:off x="2832925" y="2947500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5"/>
            <p:cNvSpPr/>
            <p:nvPr/>
          </p:nvSpPr>
          <p:spPr>
            <a:xfrm>
              <a:off x="2833375" y="2947050"/>
              <a:ext cx="500" cy="792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5"/>
            <p:cNvSpPr/>
            <p:nvPr/>
          </p:nvSpPr>
          <p:spPr>
            <a:xfrm>
              <a:off x="2833850" y="2946575"/>
              <a:ext cx="950" cy="8875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5"/>
            <p:cNvSpPr/>
            <p:nvPr/>
          </p:nvSpPr>
          <p:spPr>
            <a:xfrm>
              <a:off x="283477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5"/>
            <p:cNvSpPr/>
            <p:nvPr/>
          </p:nvSpPr>
          <p:spPr>
            <a:xfrm>
              <a:off x="2835250" y="2945650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55"/>
            <p:cNvSpPr/>
            <p:nvPr/>
          </p:nvSpPr>
          <p:spPr>
            <a:xfrm>
              <a:off x="2835725" y="2945175"/>
              <a:ext cx="475" cy="11650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5"/>
            <p:cNvSpPr/>
            <p:nvPr/>
          </p:nvSpPr>
          <p:spPr>
            <a:xfrm>
              <a:off x="28361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5"/>
            <p:cNvSpPr/>
            <p:nvPr/>
          </p:nvSpPr>
          <p:spPr>
            <a:xfrm>
              <a:off x="2836650" y="2943775"/>
              <a:ext cx="475" cy="14450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5"/>
            <p:cNvSpPr/>
            <p:nvPr/>
          </p:nvSpPr>
          <p:spPr>
            <a:xfrm>
              <a:off x="2837100" y="2943325"/>
              <a:ext cx="975" cy="15375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5"/>
            <p:cNvSpPr/>
            <p:nvPr/>
          </p:nvSpPr>
          <p:spPr>
            <a:xfrm>
              <a:off x="2838050" y="2942850"/>
              <a:ext cx="475" cy="16300"/>
            </a:xfrm>
            <a:custGeom>
              <a:avLst/>
              <a:gdLst/>
              <a:ahLst/>
              <a:cxnLst/>
              <a:rect l="l" t="t" r="r" b="b"/>
              <a:pathLst>
                <a:path w="19" h="652" extrusionOk="0">
                  <a:moveTo>
                    <a:pt x="19" y="1"/>
                  </a:moveTo>
                  <a:lnTo>
                    <a:pt x="0" y="19"/>
                  </a:lnTo>
                  <a:lnTo>
                    <a:pt x="0" y="633"/>
                  </a:lnTo>
                  <a:lnTo>
                    <a:pt x="19" y="65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5"/>
            <p:cNvSpPr/>
            <p:nvPr/>
          </p:nvSpPr>
          <p:spPr>
            <a:xfrm>
              <a:off x="2838500" y="2942375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9" y="1"/>
                  </a:moveTo>
                  <a:lnTo>
                    <a:pt x="1" y="20"/>
                  </a:lnTo>
                  <a:lnTo>
                    <a:pt x="1" y="671"/>
                  </a:lnTo>
                  <a:lnTo>
                    <a:pt x="19" y="69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5"/>
            <p:cNvSpPr/>
            <p:nvPr/>
          </p:nvSpPr>
          <p:spPr>
            <a:xfrm>
              <a:off x="2838975" y="2941925"/>
              <a:ext cx="475" cy="18175"/>
            </a:xfrm>
            <a:custGeom>
              <a:avLst/>
              <a:gdLst/>
              <a:ahLst/>
              <a:cxnLst/>
              <a:rect l="l" t="t" r="r" b="b"/>
              <a:pathLst>
                <a:path w="19" h="727" extrusionOk="0">
                  <a:moveTo>
                    <a:pt x="19" y="0"/>
                  </a:moveTo>
                  <a:lnTo>
                    <a:pt x="0" y="19"/>
                  </a:lnTo>
                  <a:lnTo>
                    <a:pt x="0" y="708"/>
                  </a:lnTo>
                  <a:lnTo>
                    <a:pt x="19" y="72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5"/>
            <p:cNvSpPr/>
            <p:nvPr/>
          </p:nvSpPr>
          <p:spPr>
            <a:xfrm>
              <a:off x="2839425" y="2941000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20" y="0"/>
                  </a:moveTo>
                  <a:lnTo>
                    <a:pt x="1" y="37"/>
                  </a:lnTo>
                  <a:lnTo>
                    <a:pt x="1" y="763"/>
                  </a:lnTo>
                  <a:lnTo>
                    <a:pt x="20" y="782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5"/>
            <p:cNvSpPr/>
            <p:nvPr/>
          </p:nvSpPr>
          <p:spPr>
            <a:xfrm>
              <a:off x="283990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9" y="1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3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5"/>
            <p:cNvSpPr/>
            <p:nvPr/>
          </p:nvSpPr>
          <p:spPr>
            <a:xfrm>
              <a:off x="2840375" y="2940050"/>
              <a:ext cx="950" cy="21900"/>
            </a:xfrm>
            <a:custGeom>
              <a:avLst/>
              <a:gdLst/>
              <a:ahLst/>
              <a:cxnLst/>
              <a:rect l="l" t="t" r="r" b="b"/>
              <a:pathLst>
                <a:path w="38" h="876" extrusionOk="0">
                  <a:moveTo>
                    <a:pt x="37" y="1"/>
                  </a:moveTo>
                  <a:lnTo>
                    <a:pt x="0" y="20"/>
                  </a:lnTo>
                  <a:lnTo>
                    <a:pt x="0" y="857"/>
                  </a:lnTo>
                  <a:lnTo>
                    <a:pt x="37" y="876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5"/>
            <p:cNvSpPr/>
            <p:nvPr/>
          </p:nvSpPr>
          <p:spPr>
            <a:xfrm>
              <a:off x="2841300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19" y="0"/>
                  </a:moveTo>
                  <a:lnTo>
                    <a:pt x="0" y="19"/>
                  </a:lnTo>
                  <a:lnTo>
                    <a:pt x="0" y="894"/>
                  </a:lnTo>
                  <a:lnTo>
                    <a:pt x="19" y="91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5"/>
            <p:cNvSpPr/>
            <p:nvPr/>
          </p:nvSpPr>
          <p:spPr>
            <a:xfrm>
              <a:off x="28417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20" y="1"/>
                  </a:moveTo>
                  <a:lnTo>
                    <a:pt x="1" y="19"/>
                  </a:lnTo>
                  <a:lnTo>
                    <a:pt x="1" y="931"/>
                  </a:lnTo>
                  <a:lnTo>
                    <a:pt x="20" y="95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5"/>
            <p:cNvSpPr/>
            <p:nvPr/>
          </p:nvSpPr>
          <p:spPr>
            <a:xfrm>
              <a:off x="2842225" y="2938675"/>
              <a:ext cx="500" cy="24675"/>
            </a:xfrm>
            <a:custGeom>
              <a:avLst/>
              <a:gdLst/>
              <a:ahLst/>
              <a:cxnLst/>
              <a:rect l="l" t="t" r="r" b="b"/>
              <a:pathLst>
                <a:path w="20" h="987" extrusionOk="0">
                  <a:moveTo>
                    <a:pt x="19" y="0"/>
                  </a:moveTo>
                  <a:lnTo>
                    <a:pt x="1" y="19"/>
                  </a:lnTo>
                  <a:lnTo>
                    <a:pt x="1" y="968"/>
                  </a:lnTo>
                  <a:lnTo>
                    <a:pt x="19" y="98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5"/>
            <p:cNvSpPr/>
            <p:nvPr/>
          </p:nvSpPr>
          <p:spPr>
            <a:xfrm>
              <a:off x="2842700" y="2937725"/>
              <a:ext cx="475" cy="26100"/>
            </a:xfrm>
            <a:custGeom>
              <a:avLst/>
              <a:gdLst/>
              <a:ahLst/>
              <a:cxnLst/>
              <a:rect l="l" t="t" r="r" b="b"/>
              <a:pathLst>
                <a:path w="19" h="1044" extrusionOk="0">
                  <a:moveTo>
                    <a:pt x="19" y="1"/>
                  </a:moveTo>
                  <a:lnTo>
                    <a:pt x="0" y="38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5"/>
            <p:cNvSpPr/>
            <p:nvPr/>
          </p:nvSpPr>
          <p:spPr>
            <a:xfrm>
              <a:off x="2843150" y="2937275"/>
              <a:ext cx="500" cy="27475"/>
            </a:xfrm>
            <a:custGeom>
              <a:avLst/>
              <a:gdLst/>
              <a:ahLst/>
              <a:cxnLst/>
              <a:rect l="l" t="t" r="r" b="b"/>
              <a:pathLst>
                <a:path w="20" h="1099" extrusionOk="0">
                  <a:moveTo>
                    <a:pt x="19" y="0"/>
                  </a:moveTo>
                  <a:lnTo>
                    <a:pt x="1" y="19"/>
                  </a:lnTo>
                  <a:lnTo>
                    <a:pt x="1" y="1061"/>
                  </a:lnTo>
                  <a:lnTo>
                    <a:pt x="19" y="109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5"/>
            <p:cNvSpPr/>
            <p:nvPr/>
          </p:nvSpPr>
          <p:spPr>
            <a:xfrm>
              <a:off x="2843625" y="2936800"/>
              <a:ext cx="950" cy="28400"/>
            </a:xfrm>
            <a:custGeom>
              <a:avLst/>
              <a:gdLst/>
              <a:ahLst/>
              <a:cxnLst/>
              <a:rect l="l" t="t" r="r" b="b"/>
              <a:pathLst>
                <a:path w="38" h="1136" extrusionOk="0">
                  <a:moveTo>
                    <a:pt x="38" y="1"/>
                  </a:moveTo>
                  <a:lnTo>
                    <a:pt x="0" y="19"/>
                  </a:lnTo>
                  <a:lnTo>
                    <a:pt x="0" y="1117"/>
                  </a:lnTo>
                  <a:lnTo>
                    <a:pt x="38" y="1136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5"/>
            <p:cNvSpPr/>
            <p:nvPr/>
          </p:nvSpPr>
          <p:spPr>
            <a:xfrm>
              <a:off x="2844550" y="2936350"/>
              <a:ext cx="500" cy="29325"/>
            </a:xfrm>
            <a:custGeom>
              <a:avLst/>
              <a:gdLst/>
              <a:ahLst/>
              <a:cxnLst/>
              <a:rect l="l" t="t" r="r" b="b"/>
              <a:pathLst>
                <a:path w="20" h="1173" extrusionOk="0">
                  <a:moveTo>
                    <a:pt x="19" y="0"/>
                  </a:moveTo>
                  <a:lnTo>
                    <a:pt x="1" y="19"/>
                  </a:lnTo>
                  <a:lnTo>
                    <a:pt x="1" y="1154"/>
                  </a:lnTo>
                  <a:lnTo>
                    <a:pt x="19" y="117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5"/>
            <p:cNvSpPr/>
            <p:nvPr/>
          </p:nvSpPr>
          <p:spPr>
            <a:xfrm>
              <a:off x="2845025" y="2935875"/>
              <a:ext cx="475" cy="30275"/>
            </a:xfrm>
            <a:custGeom>
              <a:avLst/>
              <a:gdLst/>
              <a:ahLst/>
              <a:cxnLst/>
              <a:rect l="l" t="t" r="r" b="b"/>
              <a:pathLst>
                <a:path w="19" h="1211" extrusionOk="0">
                  <a:moveTo>
                    <a:pt x="19" y="0"/>
                  </a:moveTo>
                  <a:lnTo>
                    <a:pt x="0" y="19"/>
                  </a:lnTo>
                  <a:lnTo>
                    <a:pt x="0" y="1192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5"/>
            <p:cNvSpPr/>
            <p:nvPr/>
          </p:nvSpPr>
          <p:spPr>
            <a:xfrm>
              <a:off x="2845475" y="2935400"/>
              <a:ext cx="500" cy="31200"/>
            </a:xfrm>
            <a:custGeom>
              <a:avLst/>
              <a:gdLst/>
              <a:ahLst/>
              <a:cxnLst/>
              <a:rect l="l" t="t" r="r" b="b"/>
              <a:pathLst>
                <a:path w="20" h="1248" extrusionOk="0">
                  <a:moveTo>
                    <a:pt x="19" y="1"/>
                  </a:moveTo>
                  <a:lnTo>
                    <a:pt x="1" y="19"/>
                  </a:lnTo>
                  <a:lnTo>
                    <a:pt x="1" y="1229"/>
                  </a:lnTo>
                  <a:lnTo>
                    <a:pt x="19" y="124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5"/>
            <p:cNvSpPr/>
            <p:nvPr/>
          </p:nvSpPr>
          <p:spPr>
            <a:xfrm>
              <a:off x="284595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1"/>
                  </a:moveTo>
                  <a:lnTo>
                    <a:pt x="0" y="38"/>
                  </a:lnTo>
                  <a:lnTo>
                    <a:pt x="0" y="1285"/>
                  </a:lnTo>
                  <a:lnTo>
                    <a:pt x="19" y="130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5"/>
            <p:cNvSpPr/>
            <p:nvPr/>
          </p:nvSpPr>
          <p:spPr>
            <a:xfrm>
              <a:off x="2846425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19" y="1"/>
                  </a:moveTo>
                  <a:lnTo>
                    <a:pt x="0" y="20"/>
                  </a:lnTo>
                  <a:lnTo>
                    <a:pt x="0" y="1322"/>
                  </a:lnTo>
                  <a:lnTo>
                    <a:pt x="19" y="136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5"/>
            <p:cNvSpPr/>
            <p:nvPr/>
          </p:nvSpPr>
          <p:spPr>
            <a:xfrm>
              <a:off x="2846875" y="2933550"/>
              <a:ext cx="950" cy="34925"/>
            </a:xfrm>
            <a:custGeom>
              <a:avLst/>
              <a:gdLst/>
              <a:ahLst/>
              <a:cxnLst/>
              <a:rect l="l" t="t" r="r" b="b"/>
              <a:pathLst>
                <a:path w="38" h="1397" extrusionOk="0">
                  <a:moveTo>
                    <a:pt x="38" y="0"/>
                  </a:moveTo>
                  <a:lnTo>
                    <a:pt x="1" y="19"/>
                  </a:lnTo>
                  <a:lnTo>
                    <a:pt x="1" y="1378"/>
                  </a:lnTo>
                  <a:lnTo>
                    <a:pt x="38" y="139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5"/>
            <p:cNvSpPr/>
            <p:nvPr/>
          </p:nvSpPr>
          <p:spPr>
            <a:xfrm>
              <a:off x="28478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20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20" y="1434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5"/>
            <p:cNvSpPr/>
            <p:nvPr/>
          </p:nvSpPr>
          <p:spPr>
            <a:xfrm>
              <a:off x="2848275" y="2932625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5"/>
            <p:cNvSpPr/>
            <p:nvPr/>
          </p:nvSpPr>
          <p:spPr>
            <a:xfrm>
              <a:off x="2848750" y="2932150"/>
              <a:ext cx="475" cy="37700"/>
            </a:xfrm>
            <a:custGeom>
              <a:avLst/>
              <a:gdLst/>
              <a:ahLst/>
              <a:cxnLst/>
              <a:rect l="l" t="t" r="r" b="b"/>
              <a:pathLst>
                <a:path w="19" h="1508" extrusionOk="0">
                  <a:moveTo>
                    <a:pt x="19" y="1"/>
                  </a:moveTo>
                  <a:lnTo>
                    <a:pt x="0" y="19"/>
                  </a:lnTo>
                  <a:lnTo>
                    <a:pt x="0" y="1489"/>
                  </a:lnTo>
                  <a:lnTo>
                    <a:pt x="19" y="150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5"/>
            <p:cNvSpPr/>
            <p:nvPr/>
          </p:nvSpPr>
          <p:spPr>
            <a:xfrm>
              <a:off x="2849200" y="2931225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9" y="0"/>
                  </a:moveTo>
                  <a:lnTo>
                    <a:pt x="1" y="38"/>
                  </a:lnTo>
                  <a:lnTo>
                    <a:pt x="1" y="1545"/>
                  </a:lnTo>
                  <a:lnTo>
                    <a:pt x="19" y="156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5"/>
            <p:cNvSpPr/>
            <p:nvPr/>
          </p:nvSpPr>
          <p:spPr>
            <a:xfrm>
              <a:off x="2849675" y="2930750"/>
              <a:ext cx="475" cy="40500"/>
            </a:xfrm>
            <a:custGeom>
              <a:avLst/>
              <a:gdLst/>
              <a:ahLst/>
              <a:cxnLst/>
              <a:rect l="l" t="t" r="r" b="b"/>
              <a:pathLst>
                <a:path w="19" h="1620" extrusionOk="0">
                  <a:moveTo>
                    <a:pt x="19" y="1"/>
                  </a:moveTo>
                  <a:lnTo>
                    <a:pt x="0" y="19"/>
                  </a:lnTo>
                  <a:lnTo>
                    <a:pt x="0" y="1583"/>
                  </a:lnTo>
                  <a:lnTo>
                    <a:pt x="19" y="162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5"/>
            <p:cNvSpPr/>
            <p:nvPr/>
          </p:nvSpPr>
          <p:spPr>
            <a:xfrm>
              <a:off x="2850125" y="2930300"/>
              <a:ext cx="975" cy="41425"/>
            </a:xfrm>
            <a:custGeom>
              <a:avLst/>
              <a:gdLst/>
              <a:ahLst/>
              <a:cxnLst/>
              <a:rect l="l" t="t" r="r" b="b"/>
              <a:pathLst>
                <a:path w="39" h="1657" extrusionOk="0">
                  <a:moveTo>
                    <a:pt x="38" y="0"/>
                  </a:moveTo>
                  <a:lnTo>
                    <a:pt x="1" y="19"/>
                  </a:lnTo>
                  <a:lnTo>
                    <a:pt x="1" y="1638"/>
                  </a:lnTo>
                  <a:lnTo>
                    <a:pt x="38" y="165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5"/>
            <p:cNvSpPr/>
            <p:nvPr/>
          </p:nvSpPr>
          <p:spPr>
            <a:xfrm>
              <a:off x="2851075" y="2929825"/>
              <a:ext cx="475" cy="42375"/>
            </a:xfrm>
            <a:custGeom>
              <a:avLst/>
              <a:gdLst/>
              <a:ahLst/>
              <a:cxnLst/>
              <a:rect l="l" t="t" r="r" b="b"/>
              <a:pathLst>
                <a:path w="19" h="1695" extrusionOk="0">
                  <a:moveTo>
                    <a:pt x="19" y="0"/>
                  </a:moveTo>
                  <a:lnTo>
                    <a:pt x="0" y="19"/>
                  </a:lnTo>
                  <a:lnTo>
                    <a:pt x="0" y="1675"/>
                  </a:lnTo>
                  <a:lnTo>
                    <a:pt x="19" y="169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5"/>
            <p:cNvSpPr/>
            <p:nvPr/>
          </p:nvSpPr>
          <p:spPr>
            <a:xfrm>
              <a:off x="285152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9" y="1"/>
                  </a:moveTo>
                  <a:lnTo>
                    <a:pt x="1" y="19"/>
                  </a:lnTo>
                  <a:lnTo>
                    <a:pt x="1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5"/>
            <p:cNvSpPr/>
            <p:nvPr/>
          </p:nvSpPr>
          <p:spPr>
            <a:xfrm>
              <a:off x="2852000" y="2928900"/>
              <a:ext cx="475" cy="44225"/>
            </a:xfrm>
            <a:custGeom>
              <a:avLst/>
              <a:gdLst/>
              <a:ahLst/>
              <a:cxnLst/>
              <a:rect l="l" t="t" r="r" b="b"/>
              <a:pathLst>
                <a:path w="19" h="1769" extrusionOk="0">
                  <a:moveTo>
                    <a:pt x="19" y="0"/>
                  </a:moveTo>
                  <a:lnTo>
                    <a:pt x="0" y="19"/>
                  </a:lnTo>
                  <a:lnTo>
                    <a:pt x="0" y="1750"/>
                  </a:lnTo>
                  <a:lnTo>
                    <a:pt x="19" y="17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5"/>
            <p:cNvSpPr/>
            <p:nvPr/>
          </p:nvSpPr>
          <p:spPr>
            <a:xfrm>
              <a:off x="2852475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19" y="0"/>
                  </a:moveTo>
                  <a:lnTo>
                    <a:pt x="0" y="37"/>
                  </a:lnTo>
                  <a:lnTo>
                    <a:pt x="0" y="1805"/>
                  </a:lnTo>
                  <a:lnTo>
                    <a:pt x="19" y="182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5"/>
            <p:cNvSpPr/>
            <p:nvPr/>
          </p:nvSpPr>
          <p:spPr>
            <a:xfrm>
              <a:off x="28529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19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19" y="18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5"/>
            <p:cNvSpPr/>
            <p:nvPr/>
          </p:nvSpPr>
          <p:spPr>
            <a:xfrm>
              <a:off x="2853400" y="2927025"/>
              <a:ext cx="950" cy="47950"/>
            </a:xfrm>
            <a:custGeom>
              <a:avLst/>
              <a:gdLst/>
              <a:ahLst/>
              <a:cxnLst/>
              <a:rect l="l" t="t" r="r" b="b"/>
              <a:pathLst>
                <a:path w="38" h="1918" extrusionOk="0">
                  <a:moveTo>
                    <a:pt x="37" y="1"/>
                  </a:moveTo>
                  <a:lnTo>
                    <a:pt x="0" y="19"/>
                  </a:lnTo>
                  <a:lnTo>
                    <a:pt x="0" y="1899"/>
                  </a:lnTo>
                  <a:lnTo>
                    <a:pt x="37" y="1918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5"/>
            <p:cNvSpPr/>
            <p:nvPr/>
          </p:nvSpPr>
          <p:spPr>
            <a:xfrm>
              <a:off x="2854325" y="2926575"/>
              <a:ext cx="500" cy="48875"/>
            </a:xfrm>
            <a:custGeom>
              <a:avLst/>
              <a:gdLst/>
              <a:ahLst/>
              <a:cxnLst/>
              <a:rect l="l" t="t" r="r" b="b"/>
              <a:pathLst>
                <a:path w="20" h="1955" extrusionOk="0">
                  <a:moveTo>
                    <a:pt x="19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19" y="19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5"/>
            <p:cNvSpPr/>
            <p:nvPr/>
          </p:nvSpPr>
          <p:spPr>
            <a:xfrm>
              <a:off x="2854800" y="2926100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1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5"/>
            <p:cNvSpPr/>
            <p:nvPr/>
          </p:nvSpPr>
          <p:spPr>
            <a:xfrm>
              <a:off x="2855250" y="2925625"/>
              <a:ext cx="500" cy="50750"/>
            </a:xfrm>
            <a:custGeom>
              <a:avLst/>
              <a:gdLst/>
              <a:ahLst/>
              <a:cxnLst/>
              <a:rect l="l" t="t" r="r" b="b"/>
              <a:pathLst>
                <a:path w="20" h="2030" extrusionOk="0">
                  <a:moveTo>
                    <a:pt x="19" y="1"/>
                  </a:moveTo>
                  <a:lnTo>
                    <a:pt x="1" y="20"/>
                  </a:lnTo>
                  <a:lnTo>
                    <a:pt x="1" y="2011"/>
                  </a:lnTo>
                  <a:lnTo>
                    <a:pt x="19" y="203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5"/>
            <p:cNvSpPr/>
            <p:nvPr/>
          </p:nvSpPr>
          <p:spPr>
            <a:xfrm>
              <a:off x="2855725" y="2924700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19" y="1"/>
                  </a:moveTo>
                  <a:lnTo>
                    <a:pt x="0" y="38"/>
                  </a:lnTo>
                  <a:lnTo>
                    <a:pt x="0" y="2067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5"/>
            <p:cNvSpPr/>
            <p:nvPr/>
          </p:nvSpPr>
          <p:spPr>
            <a:xfrm>
              <a:off x="2856175" y="2924250"/>
              <a:ext cx="500" cy="53525"/>
            </a:xfrm>
            <a:custGeom>
              <a:avLst/>
              <a:gdLst/>
              <a:ahLst/>
              <a:cxnLst/>
              <a:rect l="l" t="t" r="r" b="b"/>
              <a:pathLst>
                <a:path w="20" h="2141" extrusionOk="0">
                  <a:moveTo>
                    <a:pt x="20" y="0"/>
                  </a:moveTo>
                  <a:lnTo>
                    <a:pt x="1" y="19"/>
                  </a:lnTo>
                  <a:lnTo>
                    <a:pt x="1" y="2103"/>
                  </a:lnTo>
                  <a:lnTo>
                    <a:pt x="20" y="2140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5"/>
            <p:cNvSpPr/>
            <p:nvPr/>
          </p:nvSpPr>
          <p:spPr>
            <a:xfrm>
              <a:off x="2856650" y="2923775"/>
              <a:ext cx="950" cy="54450"/>
            </a:xfrm>
            <a:custGeom>
              <a:avLst/>
              <a:gdLst/>
              <a:ahLst/>
              <a:cxnLst/>
              <a:rect l="l" t="t" r="r" b="b"/>
              <a:pathLst>
                <a:path w="38" h="2178" extrusionOk="0">
                  <a:moveTo>
                    <a:pt x="38" y="1"/>
                  </a:moveTo>
                  <a:lnTo>
                    <a:pt x="1" y="19"/>
                  </a:lnTo>
                  <a:lnTo>
                    <a:pt x="1" y="2159"/>
                  </a:lnTo>
                  <a:lnTo>
                    <a:pt x="38" y="2178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5"/>
            <p:cNvSpPr/>
            <p:nvPr/>
          </p:nvSpPr>
          <p:spPr>
            <a:xfrm>
              <a:off x="2857575" y="2923300"/>
              <a:ext cx="500" cy="55400"/>
            </a:xfrm>
            <a:custGeom>
              <a:avLst/>
              <a:gdLst/>
              <a:ahLst/>
              <a:cxnLst/>
              <a:rect l="l" t="t" r="r" b="b"/>
              <a:pathLst>
                <a:path w="20" h="2216" extrusionOk="0">
                  <a:moveTo>
                    <a:pt x="19" y="1"/>
                  </a:moveTo>
                  <a:lnTo>
                    <a:pt x="1" y="20"/>
                  </a:lnTo>
                  <a:lnTo>
                    <a:pt x="1" y="2197"/>
                  </a:lnTo>
                  <a:lnTo>
                    <a:pt x="19" y="221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5"/>
            <p:cNvSpPr/>
            <p:nvPr/>
          </p:nvSpPr>
          <p:spPr>
            <a:xfrm>
              <a:off x="2858050" y="2922850"/>
              <a:ext cx="475" cy="56325"/>
            </a:xfrm>
            <a:custGeom>
              <a:avLst/>
              <a:gdLst/>
              <a:ahLst/>
              <a:cxnLst/>
              <a:rect l="l" t="t" r="r" b="b"/>
              <a:pathLst>
                <a:path w="19" h="2253" extrusionOk="0">
                  <a:moveTo>
                    <a:pt x="19" y="0"/>
                  </a:moveTo>
                  <a:lnTo>
                    <a:pt x="0" y="19"/>
                  </a:lnTo>
                  <a:lnTo>
                    <a:pt x="0" y="2234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5"/>
            <p:cNvSpPr/>
            <p:nvPr/>
          </p:nvSpPr>
          <p:spPr>
            <a:xfrm>
              <a:off x="2858500" y="2922375"/>
              <a:ext cx="500" cy="57250"/>
            </a:xfrm>
            <a:custGeom>
              <a:avLst/>
              <a:gdLst/>
              <a:ahLst/>
              <a:cxnLst/>
              <a:rect l="l" t="t" r="r" b="b"/>
              <a:pathLst>
                <a:path w="20" h="2290" extrusionOk="0">
                  <a:moveTo>
                    <a:pt x="20" y="1"/>
                  </a:moveTo>
                  <a:lnTo>
                    <a:pt x="1" y="19"/>
                  </a:lnTo>
                  <a:lnTo>
                    <a:pt x="1" y="2271"/>
                  </a:lnTo>
                  <a:lnTo>
                    <a:pt x="20" y="229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2858975" y="2921925"/>
              <a:ext cx="500" cy="58175"/>
            </a:xfrm>
            <a:custGeom>
              <a:avLst/>
              <a:gdLst/>
              <a:ahLst/>
              <a:cxnLst/>
              <a:rect l="l" t="t" r="r" b="b"/>
              <a:pathLst>
                <a:path w="20" h="2327" extrusionOk="0">
                  <a:moveTo>
                    <a:pt x="19" y="0"/>
                  </a:moveTo>
                  <a:lnTo>
                    <a:pt x="1" y="19"/>
                  </a:lnTo>
                  <a:lnTo>
                    <a:pt x="1" y="2308"/>
                  </a:lnTo>
                  <a:lnTo>
                    <a:pt x="19" y="2326"/>
                  </a:lnTo>
                  <a:lnTo>
                    <a:pt x="19" y="2308"/>
                  </a:lnTo>
                  <a:lnTo>
                    <a:pt x="19" y="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55"/>
            <p:cNvSpPr/>
            <p:nvPr/>
          </p:nvSpPr>
          <p:spPr>
            <a:xfrm>
              <a:off x="2859450" y="2922375"/>
              <a:ext cx="475" cy="57250"/>
            </a:xfrm>
            <a:custGeom>
              <a:avLst/>
              <a:gdLst/>
              <a:ahLst/>
              <a:cxnLst/>
              <a:rect l="l" t="t" r="r" b="b"/>
              <a:pathLst>
                <a:path w="19" h="2290" extrusionOk="0">
                  <a:moveTo>
                    <a:pt x="0" y="1"/>
                  </a:moveTo>
                  <a:lnTo>
                    <a:pt x="0" y="2290"/>
                  </a:lnTo>
                  <a:lnTo>
                    <a:pt x="19" y="227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5"/>
            <p:cNvSpPr/>
            <p:nvPr/>
          </p:nvSpPr>
          <p:spPr>
            <a:xfrm>
              <a:off x="2859900" y="2922850"/>
              <a:ext cx="950" cy="56325"/>
            </a:xfrm>
            <a:custGeom>
              <a:avLst/>
              <a:gdLst/>
              <a:ahLst/>
              <a:cxnLst/>
              <a:rect l="l" t="t" r="r" b="b"/>
              <a:pathLst>
                <a:path w="38" h="2253" extrusionOk="0">
                  <a:moveTo>
                    <a:pt x="1" y="0"/>
                  </a:moveTo>
                  <a:lnTo>
                    <a:pt x="1" y="2252"/>
                  </a:lnTo>
                  <a:lnTo>
                    <a:pt x="38" y="2234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5"/>
            <p:cNvSpPr/>
            <p:nvPr/>
          </p:nvSpPr>
          <p:spPr>
            <a:xfrm>
              <a:off x="2860850" y="2923300"/>
              <a:ext cx="475" cy="55400"/>
            </a:xfrm>
            <a:custGeom>
              <a:avLst/>
              <a:gdLst/>
              <a:ahLst/>
              <a:cxnLst/>
              <a:rect l="l" t="t" r="r" b="b"/>
              <a:pathLst>
                <a:path w="19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19" y="2197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5"/>
            <p:cNvSpPr/>
            <p:nvPr/>
          </p:nvSpPr>
          <p:spPr>
            <a:xfrm>
              <a:off x="2861300" y="2923775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1"/>
                  </a:moveTo>
                  <a:lnTo>
                    <a:pt x="1" y="2178"/>
                  </a:lnTo>
                  <a:lnTo>
                    <a:pt x="19" y="215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5"/>
            <p:cNvSpPr/>
            <p:nvPr/>
          </p:nvSpPr>
          <p:spPr>
            <a:xfrm>
              <a:off x="2861775" y="2924250"/>
              <a:ext cx="475" cy="53525"/>
            </a:xfrm>
            <a:custGeom>
              <a:avLst/>
              <a:gdLst/>
              <a:ahLst/>
              <a:cxnLst/>
              <a:rect l="l" t="t" r="r" b="b"/>
              <a:pathLst>
                <a:path w="19" h="2141" extrusionOk="0">
                  <a:moveTo>
                    <a:pt x="0" y="0"/>
                  </a:moveTo>
                  <a:lnTo>
                    <a:pt x="0" y="2140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5"/>
            <p:cNvSpPr/>
            <p:nvPr/>
          </p:nvSpPr>
          <p:spPr>
            <a:xfrm>
              <a:off x="2862225" y="2924700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" y="1"/>
                  </a:moveTo>
                  <a:lnTo>
                    <a:pt x="1" y="2085"/>
                  </a:lnTo>
                  <a:lnTo>
                    <a:pt x="19" y="2067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5"/>
            <p:cNvSpPr/>
            <p:nvPr/>
          </p:nvSpPr>
          <p:spPr>
            <a:xfrm>
              <a:off x="2862700" y="2925625"/>
              <a:ext cx="950" cy="50750"/>
            </a:xfrm>
            <a:custGeom>
              <a:avLst/>
              <a:gdLst/>
              <a:ahLst/>
              <a:cxnLst/>
              <a:rect l="l" t="t" r="r" b="b"/>
              <a:pathLst>
                <a:path w="38" h="2030" extrusionOk="0">
                  <a:moveTo>
                    <a:pt x="0" y="1"/>
                  </a:moveTo>
                  <a:lnTo>
                    <a:pt x="0" y="2030"/>
                  </a:lnTo>
                  <a:lnTo>
                    <a:pt x="38" y="2011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5"/>
            <p:cNvSpPr/>
            <p:nvPr/>
          </p:nvSpPr>
          <p:spPr>
            <a:xfrm>
              <a:off x="2863625" y="2926100"/>
              <a:ext cx="500" cy="49800"/>
            </a:xfrm>
            <a:custGeom>
              <a:avLst/>
              <a:gdLst/>
              <a:ahLst/>
              <a:cxnLst/>
              <a:rect l="l" t="t" r="r" b="b"/>
              <a:pathLst>
                <a:path w="20" h="1992" extrusionOk="0">
                  <a:moveTo>
                    <a:pt x="1" y="1"/>
                  </a:moveTo>
                  <a:lnTo>
                    <a:pt x="1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5"/>
            <p:cNvSpPr/>
            <p:nvPr/>
          </p:nvSpPr>
          <p:spPr>
            <a:xfrm>
              <a:off x="2864100" y="2926575"/>
              <a:ext cx="475" cy="48875"/>
            </a:xfrm>
            <a:custGeom>
              <a:avLst/>
              <a:gdLst/>
              <a:ahLst/>
              <a:cxnLst/>
              <a:rect l="l" t="t" r="r" b="b"/>
              <a:pathLst>
                <a:path w="19" h="1955" extrusionOk="0">
                  <a:moveTo>
                    <a:pt x="0" y="0"/>
                  </a:moveTo>
                  <a:lnTo>
                    <a:pt x="0" y="1954"/>
                  </a:lnTo>
                  <a:lnTo>
                    <a:pt x="19" y="193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5"/>
            <p:cNvSpPr/>
            <p:nvPr/>
          </p:nvSpPr>
          <p:spPr>
            <a:xfrm>
              <a:off x="2864550" y="2927025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" y="1"/>
                  </a:moveTo>
                  <a:lnTo>
                    <a:pt x="1" y="1918"/>
                  </a:lnTo>
                  <a:lnTo>
                    <a:pt x="19" y="189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5"/>
            <p:cNvSpPr/>
            <p:nvPr/>
          </p:nvSpPr>
          <p:spPr>
            <a:xfrm>
              <a:off x="28650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0" y="0"/>
                  </a:moveTo>
                  <a:lnTo>
                    <a:pt x="0" y="1880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5"/>
            <p:cNvSpPr/>
            <p:nvPr/>
          </p:nvSpPr>
          <p:spPr>
            <a:xfrm>
              <a:off x="2865500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19" y="1805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5"/>
            <p:cNvSpPr/>
            <p:nvPr/>
          </p:nvSpPr>
          <p:spPr>
            <a:xfrm>
              <a:off x="2865950" y="2928900"/>
              <a:ext cx="950" cy="44225"/>
            </a:xfrm>
            <a:custGeom>
              <a:avLst/>
              <a:gdLst/>
              <a:ahLst/>
              <a:cxnLst/>
              <a:rect l="l" t="t" r="r" b="b"/>
              <a:pathLst>
                <a:path w="38" h="1769" extrusionOk="0">
                  <a:moveTo>
                    <a:pt x="1" y="0"/>
                  </a:moveTo>
                  <a:lnTo>
                    <a:pt x="1" y="1768"/>
                  </a:lnTo>
                  <a:lnTo>
                    <a:pt x="38" y="1750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55"/>
            <p:cNvSpPr/>
            <p:nvPr/>
          </p:nvSpPr>
          <p:spPr>
            <a:xfrm>
              <a:off x="286687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20" y="171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5"/>
            <p:cNvSpPr/>
            <p:nvPr/>
          </p:nvSpPr>
          <p:spPr>
            <a:xfrm>
              <a:off x="2867350" y="2929825"/>
              <a:ext cx="500" cy="42375"/>
            </a:xfrm>
            <a:custGeom>
              <a:avLst/>
              <a:gdLst/>
              <a:ahLst/>
              <a:cxnLst/>
              <a:rect l="l" t="t" r="r" b="b"/>
              <a:pathLst>
                <a:path w="20" h="1695" extrusionOk="0">
                  <a:moveTo>
                    <a:pt x="1" y="0"/>
                  </a:moveTo>
                  <a:lnTo>
                    <a:pt x="1" y="1694"/>
                  </a:lnTo>
                  <a:lnTo>
                    <a:pt x="19" y="167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5"/>
            <p:cNvSpPr/>
            <p:nvPr/>
          </p:nvSpPr>
          <p:spPr>
            <a:xfrm>
              <a:off x="2867825" y="2930300"/>
              <a:ext cx="475" cy="41425"/>
            </a:xfrm>
            <a:custGeom>
              <a:avLst/>
              <a:gdLst/>
              <a:ahLst/>
              <a:cxnLst/>
              <a:rect l="l" t="t" r="r" b="b"/>
              <a:pathLst>
                <a:path w="19" h="1657" extrusionOk="0">
                  <a:moveTo>
                    <a:pt x="0" y="0"/>
                  </a:moveTo>
                  <a:lnTo>
                    <a:pt x="0" y="1656"/>
                  </a:lnTo>
                  <a:lnTo>
                    <a:pt x="19" y="163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5"/>
            <p:cNvSpPr/>
            <p:nvPr/>
          </p:nvSpPr>
          <p:spPr>
            <a:xfrm>
              <a:off x="2868275" y="2930750"/>
              <a:ext cx="500" cy="40500"/>
            </a:xfrm>
            <a:custGeom>
              <a:avLst/>
              <a:gdLst/>
              <a:ahLst/>
              <a:cxnLst/>
              <a:rect l="l" t="t" r="r" b="b"/>
              <a:pathLst>
                <a:path w="20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19" y="158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5"/>
            <p:cNvSpPr/>
            <p:nvPr/>
          </p:nvSpPr>
          <p:spPr>
            <a:xfrm>
              <a:off x="2868750" y="2931225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0" y="0"/>
                  </a:moveTo>
                  <a:lnTo>
                    <a:pt x="0" y="1564"/>
                  </a:lnTo>
                  <a:lnTo>
                    <a:pt x="19" y="1545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5"/>
            <p:cNvSpPr/>
            <p:nvPr/>
          </p:nvSpPr>
          <p:spPr>
            <a:xfrm>
              <a:off x="2869200" y="2932150"/>
              <a:ext cx="975" cy="37700"/>
            </a:xfrm>
            <a:custGeom>
              <a:avLst/>
              <a:gdLst/>
              <a:ahLst/>
              <a:cxnLst/>
              <a:rect l="l" t="t" r="r" b="b"/>
              <a:pathLst>
                <a:path w="39" h="1508" extrusionOk="0">
                  <a:moveTo>
                    <a:pt x="1" y="1"/>
                  </a:moveTo>
                  <a:lnTo>
                    <a:pt x="1" y="1508"/>
                  </a:lnTo>
                  <a:lnTo>
                    <a:pt x="38" y="1489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5"/>
            <p:cNvSpPr/>
            <p:nvPr/>
          </p:nvSpPr>
          <p:spPr>
            <a:xfrm>
              <a:off x="2870150" y="2932625"/>
              <a:ext cx="475" cy="36775"/>
            </a:xfrm>
            <a:custGeom>
              <a:avLst/>
              <a:gdLst/>
              <a:ahLst/>
              <a:cxnLst/>
              <a:rect l="l" t="t" r="r" b="b"/>
              <a:pathLst>
                <a:path w="19" h="1471" extrusionOk="0">
                  <a:moveTo>
                    <a:pt x="0" y="0"/>
                  </a:moveTo>
                  <a:lnTo>
                    <a:pt x="0" y="1470"/>
                  </a:lnTo>
                  <a:lnTo>
                    <a:pt x="19" y="145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5"/>
            <p:cNvSpPr/>
            <p:nvPr/>
          </p:nvSpPr>
          <p:spPr>
            <a:xfrm>
              <a:off x="28706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19" y="141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5"/>
            <p:cNvSpPr/>
            <p:nvPr/>
          </p:nvSpPr>
          <p:spPr>
            <a:xfrm>
              <a:off x="2871075" y="2933550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0" y="0"/>
                  </a:moveTo>
                  <a:lnTo>
                    <a:pt x="0" y="1396"/>
                  </a:lnTo>
                  <a:lnTo>
                    <a:pt x="19" y="137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5"/>
            <p:cNvSpPr/>
            <p:nvPr/>
          </p:nvSpPr>
          <p:spPr>
            <a:xfrm>
              <a:off x="2871550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0" y="1"/>
                  </a:moveTo>
                  <a:lnTo>
                    <a:pt x="0" y="1360"/>
                  </a:lnTo>
                  <a:lnTo>
                    <a:pt x="19" y="1322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5"/>
            <p:cNvSpPr/>
            <p:nvPr/>
          </p:nvSpPr>
          <p:spPr>
            <a:xfrm>
              <a:off x="287200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1"/>
                  </a:moveTo>
                  <a:lnTo>
                    <a:pt x="1" y="1303"/>
                  </a:lnTo>
                  <a:lnTo>
                    <a:pt x="19" y="1285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5"/>
            <p:cNvSpPr/>
            <p:nvPr/>
          </p:nvSpPr>
          <p:spPr>
            <a:xfrm>
              <a:off x="2872475" y="2935400"/>
              <a:ext cx="950" cy="31200"/>
            </a:xfrm>
            <a:custGeom>
              <a:avLst/>
              <a:gdLst/>
              <a:ahLst/>
              <a:cxnLst/>
              <a:rect l="l" t="t" r="r" b="b"/>
              <a:pathLst>
                <a:path w="38" h="1248" extrusionOk="0">
                  <a:moveTo>
                    <a:pt x="0" y="1"/>
                  </a:moveTo>
                  <a:lnTo>
                    <a:pt x="0" y="1248"/>
                  </a:lnTo>
                  <a:lnTo>
                    <a:pt x="37" y="1229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5"/>
            <p:cNvSpPr/>
            <p:nvPr/>
          </p:nvSpPr>
          <p:spPr>
            <a:xfrm>
              <a:off x="2873400" y="2935875"/>
              <a:ext cx="500" cy="30275"/>
            </a:xfrm>
            <a:custGeom>
              <a:avLst/>
              <a:gdLst/>
              <a:ahLst/>
              <a:cxnLst/>
              <a:rect l="l" t="t" r="r" b="b"/>
              <a:pathLst>
                <a:path w="20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5"/>
            <p:cNvSpPr/>
            <p:nvPr/>
          </p:nvSpPr>
          <p:spPr>
            <a:xfrm>
              <a:off x="2873875" y="2936350"/>
              <a:ext cx="475" cy="29325"/>
            </a:xfrm>
            <a:custGeom>
              <a:avLst/>
              <a:gdLst/>
              <a:ahLst/>
              <a:cxnLst/>
              <a:rect l="l" t="t" r="r" b="b"/>
              <a:pathLst>
                <a:path w="19" h="1173" extrusionOk="0">
                  <a:moveTo>
                    <a:pt x="0" y="0"/>
                  </a:moveTo>
                  <a:lnTo>
                    <a:pt x="0" y="1173"/>
                  </a:lnTo>
                  <a:lnTo>
                    <a:pt x="19" y="115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5"/>
            <p:cNvSpPr/>
            <p:nvPr/>
          </p:nvSpPr>
          <p:spPr>
            <a:xfrm>
              <a:off x="2874325" y="2936800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" y="1"/>
                  </a:moveTo>
                  <a:lnTo>
                    <a:pt x="1" y="1136"/>
                  </a:lnTo>
                  <a:lnTo>
                    <a:pt x="19" y="1117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5"/>
            <p:cNvSpPr/>
            <p:nvPr/>
          </p:nvSpPr>
          <p:spPr>
            <a:xfrm>
              <a:off x="2874800" y="2937275"/>
              <a:ext cx="475" cy="27475"/>
            </a:xfrm>
            <a:custGeom>
              <a:avLst/>
              <a:gdLst/>
              <a:ahLst/>
              <a:cxnLst/>
              <a:rect l="l" t="t" r="r" b="b"/>
              <a:pathLst>
                <a:path w="19" h="1099" extrusionOk="0">
                  <a:moveTo>
                    <a:pt x="0" y="0"/>
                  </a:moveTo>
                  <a:lnTo>
                    <a:pt x="0" y="1098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5"/>
            <p:cNvSpPr/>
            <p:nvPr/>
          </p:nvSpPr>
          <p:spPr>
            <a:xfrm>
              <a:off x="2875250" y="2937725"/>
              <a:ext cx="500" cy="26100"/>
            </a:xfrm>
            <a:custGeom>
              <a:avLst/>
              <a:gdLst/>
              <a:ahLst/>
              <a:cxnLst/>
              <a:rect l="l" t="t" r="r" b="b"/>
              <a:pathLst>
                <a:path w="20" h="1044" extrusionOk="0">
                  <a:moveTo>
                    <a:pt x="1" y="1"/>
                  </a:moveTo>
                  <a:lnTo>
                    <a:pt x="1" y="1043"/>
                  </a:lnTo>
                  <a:lnTo>
                    <a:pt x="20" y="1024"/>
                  </a:lnTo>
                  <a:lnTo>
                    <a:pt x="20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5"/>
            <p:cNvSpPr/>
            <p:nvPr/>
          </p:nvSpPr>
          <p:spPr>
            <a:xfrm>
              <a:off x="2875725" y="2938675"/>
              <a:ext cx="950" cy="24675"/>
            </a:xfrm>
            <a:custGeom>
              <a:avLst/>
              <a:gdLst/>
              <a:ahLst/>
              <a:cxnLst/>
              <a:rect l="l" t="t" r="r" b="b"/>
              <a:pathLst>
                <a:path w="38" h="987" extrusionOk="0">
                  <a:moveTo>
                    <a:pt x="1" y="0"/>
                  </a:moveTo>
                  <a:lnTo>
                    <a:pt x="1" y="986"/>
                  </a:lnTo>
                  <a:lnTo>
                    <a:pt x="38" y="96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5"/>
            <p:cNvSpPr/>
            <p:nvPr/>
          </p:nvSpPr>
          <p:spPr>
            <a:xfrm>
              <a:off x="28766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1" y="1"/>
                  </a:moveTo>
                  <a:lnTo>
                    <a:pt x="1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5"/>
            <p:cNvSpPr/>
            <p:nvPr/>
          </p:nvSpPr>
          <p:spPr>
            <a:xfrm>
              <a:off x="2877125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0" y="0"/>
                  </a:moveTo>
                  <a:lnTo>
                    <a:pt x="0" y="912"/>
                  </a:lnTo>
                  <a:lnTo>
                    <a:pt x="19" y="89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5"/>
            <p:cNvSpPr/>
            <p:nvPr/>
          </p:nvSpPr>
          <p:spPr>
            <a:xfrm>
              <a:off x="2877575" y="2940050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" y="1"/>
                  </a:moveTo>
                  <a:lnTo>
                    <a:pt x="1" y="876"/>
                  </a:lnTo>
                  <a:lnTo>
                    <a:pt x="20" y="857"/>
                  </a:lnTo>
                  <a:lnTo>
                    <a:pt x="20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5"/>
            <p:cNvSpPr/>
            <p:nvPr/>
          </p:nvSpPr>
          <p:spPr>
            <a:xfrm>
              <a:off x="287805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" y="1"/>
                  </a:moveTo>
                  <a:lnTo>
                    <a:pt x="1" y="838"/>
                  </a:lnTo>
                  <a:lnTo>
                    <a:pt x="19" y="80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5"/>
            <p:cNvSpPr/>
            <p:nvPr/>
          </p:nvSpPr>
          <p:spPr>
            <a:xfrm>
              <a:off x="2878525" y="2941000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0" y="0"/>
                  </a:moveTo>
                  <a:lnTo>
                    <a:pt x="0" y="782"/>
                  </a:lnTo>
                  <a:lnTo>
                    <a:pt x="19" y="763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5"/>
            <p:cNvSpPr/>
            <p:nvPr/>
          </p:nvSpPr>
          <p:spPr>
            <a:xfrm>
              <a:off x="2878975" y="2941925"/>
              <a:ext cx="975" cy="18175"/>
            </a:xfrm>
            <a:custGeom>
              <a:avLst/>
              <a:gdLst/>
              <a:ahLst/>
              <a:cxnLst/>
              <a:rect l="l" t="t" r="r" b="b"/>
              <a:pathLst>
                <a:path w="39" h="727" extrusionOk="0">
                  <a:moveTo>
                    <a:pt x="1" y="0"/>
                  </a:moveTo>
                  <a:lnTo>
                    <a:pt x="1" y="726"/>
                  </a:lnTo>
                  <a:lnTo>
                    <a:pt x="38" y="70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5"/>
            <p:cNvSpPr/>
            <p:nvPr/>
          </p:nvSpPr>
          <p:spPr>
            <a:xfrm>
              <a:off x="2879925" y="2942375"/>
              <a:ext cx="475" cy="17250"/>
            </a:xfrm>
            <a:custGeom>
              <a:avLst/>
              <a:gdLst/>
              <a:ahLst/>
              <a:cxnLst/>
              <a:rect l="l" t="t" r="r" b="b"/>
              <a:pathLst>
                <a:path w="19" h="690" extrusionOk="0">
                  <a:moveTo>
                    <a:pt x="0" y="1"/>
                  </a:moveTo>
                  <a:lnTo>
                    <a:pt x="0" y="690"/>
                  </a:lnTo>
                  <a:lnTo>
                    <a:pt x="19" y="671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5"/>
            <p:cNvSpPr/>
            <p:nvPr/>
          </p:nvSpPr>
          <p:spPr>
            <a:xfrm>
              <a:off x="2880375" y="2942850"/>
              <a:ext cx="500" cy="16300"/>
            </a:xfrm>
            <a:custGeom>
              <a:avLst/>
              <a:gdLst/>
              <a:ahLst/>
              <a:cxnLst/>
              <a:rect l="l" t="t" r="r" b="b"/>
              <a:pathLst>
                <a:path w="20" h="652" extrusionOk="0">
                  <a:moveTo>
                    <a:pt x="1" y="1"/>
                  </a:moveTo>
                  <a:lnTo>
                    <a:pt x="1" y="652"/>
                  </a:lnTo>
                  <a:lnTo>
                    <a:pt x="19" y="63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5"/>
            <p:cNvSpPr/>
            <p:nvPr/>
          </p:nvSpPr>
          <p:spPr>
            <a:xfrm>
              <a:off x="2880850" y="2943325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0" y="0"/>
                  </a:moveTo>
                  <a:lnTo>
                    <a:pt x="0" y="614"/>
                  </a:lnTo>
                  <a:lnTo>
                    <a:pt x="19" y="59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55"/>
            <p:cNvSpPr/>
            <p:nvPr/>
          </p:nvSpPr>
          <p:spPr>
            <a:xfrm>
              <a:off x="2881300" y="2943775"/>
              <a:ext cx="500" cy="14450"/>
            </a:xfrm>
            <a:custGeom>
              <a:avLst/>
              <a:gdLst/>
              <a:ahLst/>
              <a:cxnLst/>
              <a:rect l="l" t="t" r="r" b="b"/>
              <a:pathLst>
                <a:path w="20" h="578" extrusionOk="0">
                  <a:moveTo>
                    <a:pt x="1" y="1"/>
                  </a:moveTo>
                  <a:lnTo>
                    <a:pt x="1" y="578"/>
                  </a:lnTo>
                  <a:lnTo>
                    <a:pt x="19" y="54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5"/>
            <p:cNvSpPr/>
            <p:nvPr/>
          </p:nvSpPr>
          <p:spPr>
            <a:xfrm>
              <a:off x="28817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0" y="0"/>
                  </a:moveTo>
                  <a:lnTo>
                    <a:pt x="0" y="522"/>
                  </a:lnTo>
                  <a:lnTo>
                    <a:pt x="19" y="503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5"/>
            <p:cNvSpPr/>
            <p:nvPr/>
          </p:nvSpPr>
          <p:spPr>
            <a:xfrm>
              <a:off x="2882250" y="2945175"/>
              <a:ext cx="950" cy="11650"/>
            </a:xfrm>
            <a:custGeom>
              <a:avLst/>
              <a:gdLst/>
              <a:ahLst/>
              <a:cxnLst/>
              <a:rect l="l" t="t" r="r" b="b"/>
              <a:pathLst>
                <a:path w="38" h="466" extrusionOk="0">
                  <a:moveTo>
                    <a:pt x="0" y="1"/>
                  </a:moveTo>
                  <a:lnTo>
                    <a:pt x="0" y="466"/>
                  </a:lnTo>
                  <a:lnTo>
                    <a:pt x="37" y="447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5"/>
            <p:cNvSpPr/>
            <p:nvPr/>
          </p:nvSpPr>
          <p:spPr>
            <a:xfrm>
              <a:off x="2883175" y="2945650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5"/>
            <p:cNvSpPr/>
            <p:nvPr/>
          </p:nvSpPr>
          <p:spPr>
            <a:xfrm>
              <a:off x="288362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" y="1"/>
                  </a:moveTo>
                  <a:lnTo>
                    <a:pt x="1" y="392"/>
                  </a:lnTo>
                  <a:lnTo>
                    <a:pt x="20" y="37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55"/>
            <p:cNvSpPr/>
            <p:nvPr/>
          </p:nvSpPr>
          <p:spPr>
            <a:xfrm>
              <a:off x="2884100" y="2946575"/>
              <a:ext cx="500" cy="8875"/>
            </a:xfrm>
            <a:custGeom>
              <a:avLst/>
              <a:gdLst/>
              <a:ahLst/>
              <a:cxnLst/>
              <a:rect l="l" t="t" r="r" b="b"/>
              <a:pathLst>
                <a:path w="20" h="355" extrusionOk="0">
                  <a:moveTo>
                    <a:pt x="1" y="0"/>
                  </a:moveTo>
                  <a:lnTo>
                    <a:pt x="1" y="354"/>
                  </a:lnTo>
                  <a:lnTo>
                    <a:pt x="19" y="33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5"/>
            <p:cNvSpPr/>
            <p:nvPr/>
          </p:nvSpPr>
          <p:spPr>
            <a:xfrm>
              <a:off x="2884575" y="2947050"/>
              <a:ext cx="475" cy="7925"/>
            </a:xfrm>
            <a:custGeom>
              <a:avLst/>
              <a:gdLst/>
              <a:ahLst/>
              <a:cxnLst/>
              <a:rect l="l" t="t" r="r" b="b"/>
              <a:pathLst>
                <a:path w="19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9" y="27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5"/>
            <p:cNvSpPr/>
            <p:nvPr/>
          </p:nvSpPr>
          <p:spPr>
            <a:xfrm>
              <a:off x="2885025" y="2947500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" y="1"/>
                  </a:moveTo>
                  <a:lnTo>
                    <a:pt x="1" y="261"/>
                  </a:lnTo>
                  <a:lnTo>
                    <a:pt x="19" y="243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5"/>
            <p:cNvSpPr/>
            <p:nvPr/>
          </p:nvSpPr>
          <p:spPr>
            <a:xfrm>
              <a:off x="2885500" y="2948425"/>
              <a:ext cx="950" cy="5150"/>
            </a:xfrm>
            <a:custGeom>
              <a:avLst/>
              <a:gdLst/>
              <a:ahLst/>
              <a:cxnLst/>
              <a:rect l="l" t="t" r="r" b="b"/>
              <a:pathLst>
                <a:path w="38" h="206" extrusionOk="0">
                  <a:moveTo>
                    <a:pt x="0" y="1"/>
                  </a:moveTo>
                  <a:lnTo>
                    <a:pt x="0" y="206"/>
                  </a:lnTo>
                  <a:lnTo>
                    <a:pt x="38" y="187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5"/>
            <p:cNvSpPr/>
            <p:nvPr/>
          </p:nvSpPr>
          <p:spPr>
            <a:xfrm>
              <a:off x="2886425" y="2948900"/>
              <a:ext cx="500" cy="4225"/>
            </a:xfrm>
            <a:custGeom>
              <a:avLst/>
              <a:gdLst/>
              <a:ahLst/>
              <a:cxnLst/>
              <a:rect l="l" t="t" r="r" b="b"/>
              <a:pathLst>
                <a:path w="20" h="169" extrusionOk="0">
                  <a:moveTo>
                    <a:pt x="1" y="1"/>
                  </a:moveTo>
                  <a:lnTo>
                    <a:pt x="1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5"/>
            <p:cNvSpPr/>
            <p:nvPr/>
          </p:nvSpPr>
          <p:spPr>
            <a:xfrm>
              <a:off x="2886900" y="2949375"/>
              <a:ext cx="475" cy="3275"/>
            </a:xfrm>
            <a:custGeom>
              <a:avLst/>
              <a:gdLst/>
              <a:ahLst/>
              <a:cxnLst/>
              <a:rect l="l" t="t" r="r" b="b"/>
              <a:pathLst>
                <a:path w="19" h="131" extrusionOk="0">
                  <a:moveTo>
                    <a:pt x="0" y="0"/>
                  </a:moveTo>
                  <a:lnTo>
                    <a:pt x="0" y="130"/>
                  </a:lnTo>
                  <a:lnTo>
                    <a:pt x="19" y="11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5"/>
            <p:cNvSpPr/>
            <p:nvPr/>
          </p:nvSpPr>
          <p:spPr>
            <a:xfrm>
              <a:off x="2887350" y="2949825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" y="1"/>
                  </a:moveTo>
                  <a:lnTo>
                    <a:pt x="1" y="94"/>
                  </a:lnTo>
                  <a:lnTo>
                    <a:pt x="19" y="7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5"/>
            <p:cNvSpPr/>
            <p:nvPr/>
          </p:nvSpPr>
          <p:spPr>
            <a:xfrm>
              <a:off x="28878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0" y="0"/>
                  </a:moveTo>
                  <a:lnTo>
                    <a:pt x="0" y="5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2" name="Google Shape;1242;p55"/>
          <p:cNvGrpSpPr/>
          <p:nvPr/>
        </p:nvGrpSpPr>
        <p:grpSpPr>
          <a:xfrm>
            <a:off x="-646949" y="-88567"/>
            <a:ext cx="3503397" cy="2608603"/>
            <a:chOff x="-3455674" y="-271717"/>
            <a:chExt cx="3503397" cy="2608603"/>
          </a:xfrm>
        </p:grpSpPr>
        <p:sp>
          <p:nvSpPr>
            <p:cNvPr id="1243" name="Google Shape;1243;p55"/>
            <p:cNvSpPr/>
            <p:nvPr/>
          </p:nvSpPr>
          <p:spPr>
            <a:xfrm>
              <a:off x="-2992764" y="-220643"/>
              <a:ext cx="2500216" cy="2498719"/>
            </a:xfrm>
            <a:custGeom>
              <a:avLst/>
              <a:gdLst/>
              <a:ahLst/>
              <a:cxnLst/>
              <a:rect l="l" t="t" r="r" b="b"/>
              <a:pathLst>
                <a:path w="30057" h="30039" extrusionOk="0">
                  <a:moveTo>
                    <a:pt x="447" y="15020"/>
                  </a:moveTo>
                  <a:lnTo>
                    <a:pt x="15019" y="29611"/>
                  </a:lnTo>
                  <a:lnTo>
                    <a:pt x="29610" y="15020"/>
                  </a:lnTo>
                  <a:lnTo>
                    <a:pt x="15019" y="429"/>
                  </a:lnTo>
                  <a:close/>
                  <a:moveTo>
                    <a:pt x="15019" y="30039"/>
                  </a:moveTo>
                  <a:lnTo>
                    <a:pt x="0" y="15020"/>
                  </a:lnTo>
                  <a:lnTo>
                    <a:pt x="15019" y="1"/>
                  </a:lnTo>
                  <a:lnTo>
                    <a:pt x="30057" y="1502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5"/>
            <p:cNvSpPr/>
            <p:nvPr/>
          </p:nvSpPr>
          <p:spPr>
            <a:xfrm>
              <a:off x="-2919979" y="-220643"/>
              <a:ext cx="2500216" cy="2498719"/>
            </a:xfrm>
            <a:custGeom>
              <a:avLst/>
              <a:gdLst/>
              <a:ahLst/>
              <a:cxnLst/>
              <a:rect l="l" t="t" r="r" b="b"/>
              <a:pathLst>
                <a:path w="30057" h="30039" extrusionOk="0">
                  <a:moveTo>
                    <a:pt x="447" y="15020"/>
                  </a:moveTo>
                  <a:lnTo>
                    <a:pt x="15019" y="29611"/>
                  </a:lnTo>
                  <a:lnTo>
                    <a:pt x="29610" y="15020"/>
                  </a:lnTo>
                  <a:lnTo>
                    <a:pt x="15019" y="429"/>
                  </a:lnTo>
                  <a:close/>
                  <a:moveTo>
                    <a:pt x="15019" y="30039"/>
                  </a:moveTo>
                  <a:lnTo>
                    <a:pt x="0" y="15020"/>
                  </a:lnTo>
                  <a:lnTo>
                    <a:pt x="15019" y="1"/>
                  </a:lnTo>
                  <a:lnTo>
                    <a:pt x="30057" y="1502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5"/>
            <p:cNvSpPr/>
            <p:nvPr/>
          </p:nvSpPr>
          <p:spPr>
            <a:xfrm>
              <a:off x="-2847277" y="-220643"/>
              <a:ext cx="2500300" cy="2498719"/>
            </a:xfrm>
            <a:custGeom>
              <a:avLst/>
              <a:gdLst/>
              <a:ahLst/>
              <a:cxnLst/>
              <a:rect l="l" t="t" r="r" b="b"/>
              <a:pathLst>
                <a:path w="30058" h="30039" extrusionOk="0">
                  <a:moveTo>
                    <a:pt x="447" y="15020"/>
                  </a:moveTo>
                  <a:lnTo>
                    <a:pt x="15020" y="29611"/>
                  </a:lnTo>
                  <a:lnTo>
                    <a:pt x="29611" y="15020"/>
                  </a:lnTo>
                  <a:lnTo>
                    <a:pt x="15020" y="429"/>
                  </a:lnTo>
                  <a:close/>
                  <a:moveTo>
                    <a:pt x="15020" y="30039"/>
                  </a:moveTo>
                  <a:lnTo>
                    <a:pt x="1" y="15020"/>
                  </a:lnTo>
                  <a:lnTo>
                    <a:pt x="15020" y="1"/>
                  </a:lnTo>
                  <a:lnTo>
                    <a:pt x="30057" y="1502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5"/>
            <p:cNvSpPr/>
            <p:nvPr/>
          </p:nvSpPr>
          <p:spPr>
            <a:xfrm>
              <a:off x="-2774493" y="-220643"/>
              <a:ext cx="2500216" cy="2498719"/>
            </a:xfrm>
            <a:custGeom>
              <a:avLst/>
              <a:gdLst/>
              <a:ahLst/>
              <a:cxnLst/>
              <a:rect l="l" t="t" r="r" b="b"/>
              <a:pathLst>
                <a:path w="30057" h="30039" extrusionOk="0">
                  <a:moveTo>
                    <a:pt x="447" y="15020"/>
                  </a:moveTo>
                  <a:lnTo>
                    <a:pt x="15019" y="29611"/>
                  </a:lnTo>
                  <a:lnTo>
                    <a:pt x="29610" y="15020"/>
                  </a:lnTo>
                  <a:lnTo>
                    <a:pt x="15019" y="429"/>
                  </a:lnTo>
                  <a:close/>
                  <a:moveTo>
                    <a:pt x="15019" y="30039"/>
                  </a:moveTo>
                  <a:lnTo>
                    <a:pt x="1" y="15020"/>
                  </a:lnTo>
                  <a:lnTo>
                    <a:pt x="15019" y="1"/>
                  </a:lnTo>
                  <a:lnTo>
                    <a:pt x="30057" y="1502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5"/>
            <p:cNvSpPr/>
            <p:nvPr/>
          </p:nvSpPr>
          <p:spPr>
            <a:xfrm>
              <a:off x="-2560880" y="-271717"/>
              <a:ext cx="2608603" cy="2608603"/>
            </a:xfrm>
            <a:custGeom>
              <a:avLst/>
              <a:gdLst/>
              <a:ahLst/>
              <a:cxnLst/>
              <a:rect l="l" t="t" r="r" b="b"/>
              <a:pathLst>
                <a:path w="31360" h="31360" extrusionOk="0">
                  <a:moveTo>
                    <a:pt x="1769" y="15690"/>
                  </a:moveTo>
                  <a:lnTo>
                    <a:pt x="15690" y="29610"/>
                  </a:lnTo>
                  <a:lnTo>
                    <a:pt x="29611" y="15690"/>
                  </a:lnTo>
                  <a:lnTo>
                    <a:pt x="15690" y="1769"/>
                  </a:lnTo>
                  <a:close/>
                  <a:moveTo>
                    <a:pt x="15690" y="31360"/>
                  </a:moveTo>
                  <a:lnTo>
                    <a:pt x="1" y="15690"/>
                  </a:lnTo>
                  <a:lnTo>
                    <a:pt x="15690" y="1"/>
                  </a:lnTo>
                  <a:lnTo>
                    <a:pt x="31360" y="1569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5"/>
            <p:cNvSpPr/>
            <p:nvPr/>
          </p:nvSpPr>
          <p:spPr>
            <a:xfrm>
              <a:off x="-3437041" y="643208"/>
              <a:ext cx="1202902" cy="1202985"/>
            </a:xfrm>
            <a:custGeom>
              <a:avLst/>
              <a:gdLst/>
              <a:ahLst/>
              <a:cxnLst/>
              <a:rect l="l" t="t" r="r" b="b"/>
              <a:pathLst>
                <a:path w="14461" h="14462" extrusionOk="0">
                  <a:moveTo>
                    <a:pt x="14461" y="7222"/>
                  </a:moveTo>
                  <a:lnTo>
                    <a:pt x="7221" y="14461"/>
                  </a:lnTo>
                  <a:lnTo>
                    <a:pt x="0" y="7222"/>
                  </a:lnTo>
                  <a:lnTo>
                    <a:pt x="722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5"/>
            <p:cNvSpPr/>
            <p:nvPr/>
          </p:nvSpPr>
          <p:spPr>
            <a:xfrm>
              <a:off x="-3455674" y="624658"/>
              <a:ext cx="1240168" cy="1240085"/>
            </a:xfrm>
            <a:custGeom>
              <a:avLst/>
              <a:gdLst/>
              <a:ahLst/>
              <a:cxnLst/>
              <a:rect l="l" t="t" r="r" b="b"/>
              <a:pathLst>
                <a:path w="14909" h="14908" extrusionOk="0">
                  <a:moveTo>
                    <a:pt x="429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8"/>
                  </a:lnTo>
                  <a:close/>
                  <a:moveTo>
                    <a:pt x="7445" y="14908"/>
                  </a:moveTo>
                  <a:lnTo>
                    <a:pt x="1" y="7445"/>
                  </a:lnTo>
                  <a:lnTo>
                    <a:pt x="7445" y="0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5"/>
            <p:cNvSpPr/>
            <p:nvPr/>
          </p:nvSpPr>
          <p:spPr>
            <a:xfrm>
              <a:off x="-3229667" y="850665"/>
              <a:ext cx="788071" cy="7880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3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4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1" name="Google Shape;1251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4539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3" name="Google Shape;1253;p56"/>
          <p:cNvGrpSpPr/>
          <p:nvPr/>
        </p:nvGrpSpPr>
        <p:grpSpPr>
          <a:xfrm>
            <a:off x="-1211949" y="-644480"/>
            <a:ext cx="2294241" cy="1899611"/>
            <a:chOff x="2210400" y="2558550"/>
            <a:chExt cx="971025" cy="804000"/>
          </a:xfrm>
        </p:grpSpPr>
        <p:sp>
          <p:nvSpPr>
            <p:cNvPr id="1254" name="Google Shape;1254;p5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p56"/>
          <p:cNvGrpSpPr/>
          <p:nvPr/>
        </p:nvGrpSpPr>
        <p:grpSpPr>
          <a:xfrm>
            <a:off x="5868426" y="-153461"/>
            <a:ext cx="3931972" cy="3255637"/>
            <a:chOff x="2210400" y="2558550"/>
            <a:chExt cx="971025" cy="804000"/>
          </a:xfrm>
        </p:grpSpPr>
        <p:sp>
          <p:nvSpPr>
            <p:cNvPr id="1263" name="Google Shape;1263;p5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1" name="Google Shape;1271;p56"/>
          <p:cNvGrpSpPr/>
          <p:nvPr/>
        </p:nvGrpSpPr>
        <p:grpSpPr>
          <a:xfrm>
            <a:off x="-220701" y="1139266"/>
            <a:ext cx="1162531" cy="1161127"/>
            <a:chOff x="7253149" y="3334154"/>
            <a:chExt cx="1162531" cy="1161127"/>
          </a:xfrm>
        </p:grpSpPr>
        <p:sp>
          <p:nvSpPr>
            <p:cNvPr id="1272" name="Google Shape;1272;p56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3" name="Google Shape;1273;p56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1274" name="Google Shape;1274;p56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56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76" name="Google Shape;1276;p56"/>
          <p:cNvGrpSpPr/>
          <p:nvPr/>
        </p:nvGrpSpPr>
        <p:grpSpPr>
          <a:xfrm>
            <a:off x="7981296" y="2895463"/>
            <a:ext cx="1162705" cy="962710"/>
            <a:chOff x="2210400" y="2558550"/>
            <a:chExt cx="971025" cy="804000"/>
          </a:xfrm>
        </p:grpSpPr>
        <p:sp>
          <p:nvSpPr>
            <p:cNvPr id="1277" name="Google Shape;1277;p5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5" name="Google Shape;1285;p5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043733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7"/>
          <p:cNvSpPr txBox="1">
            <a:spLocks noGrp="1"/>
          </p:cNvSpPr>
          <p:nvPr>
            <p:ph type="title"/>
          </p:nvPr>
        </p:nvSpPr>
        <p:spPr>
          <a:xfrm>
            <a:off x="923725" y="2409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88" name="Google Shape;1288;p57"/>
          <p:cNvSpPr txBox="1">
            <a:spLocks noGrp="1"/>
          </p:cNvSpPr>
          <p:nvPr>
            <p:ph type="subTitle" idx="1"/>
          </p:nvPr>
        </p:nvSpPr>
        <p:spPr>
          <a:xfrm>
            <a:off x="923725" y="2866774"/>
            <a:ext cx="23364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9" name="Google Shape;1289;p57"/>
          <p:cNvSpPr txBox="1">
            <a:spLocks noGrp="1"/>
          </p:cNvSpPr>
          <p:nvPr>
            <p:ph type="title" idx="2"/>
          </p:nvPr>
        </p:nvSpPr>
        <p:spPr>
          <a:xfrm>
            <a:off x="3495375" y="24092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90" name="Google Shape;1290;p57"/>
          <p:cNvSpPr txBox="1">
            <a:spLocks noGrp="1"/>
          </p:cNvSpPr>
          <p:nvPr>
            <p:ph type="subTitle" idx="3"/>
          </p:nvPr>
        </p:nvSpPr>
        <p:spPr>
          <a:xfrm>
            <a:off x="3495375" y="2866836"/>
            <a:ext cx="23364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1" name="Google Shape;1291;p57"/>
          <p:cNvSpPr txBox="1">
            <a:spLocks noGrp="1"/>
          </p:cNvSpPr>
          <p:nvPr>
            <p:ph type="title" idx="4"/>
          </p:nvPr>
        </p:nvSpPr>
        <p:spPr>
          <a:xfrm>
            <a:off x="6067025" y="2424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92" name="Google Shape;1292;p57"/>
          <p:cNvSpPr txBox="1">
            <a:spLocks noGrp="1"/>
          </p:cNvSpPr>
          <p:nvPr>
            <p:ph type="subTitle" idx="5"/>
          </p:nvPr>
        </p:nvSpPr>
        <p:spPr>
          <a:xfrm>
            <a:off x="6067025" y="2882054"/>
            <a:ext cx="23364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3" name="Google Shape;1293;p57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294" name="Google Shape;1294;p57"/>
          <p:cNvGrpSpPr/>
          <p:nvPr/>
        </p:nvGrpSpPr>
        <p:grpSpPr>
          <a:xfrm>
            <a:off x="-1805843" y="2671162"/>
            <a:ext cx="3525470" cy="3874833"/>
            <a:chOff x="5440750" y="1541475"/>
            <a:chExt cx="971525" cy="1067800"/>
          </a:xfrm>
        </p:grpSpPr>
        <p:sp>
          <p:nvSpPr>
            <p:cNvPr id="1295" name="Google Shape;1295;p57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7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7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7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7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7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7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7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7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7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7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7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7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8" name="Google Shape;1308;p57"/>
          <p:cNvGrpSpPr/>
          <p:nvPr/>
        </p:nvGrpSpPr>
        <p:grpSpPr>
          <a:xfrm>
            <a:off x="4732692" y="3930646"/>
            <a:ext cx="2514088" cy="2081645"/>
            <a:chOff x="3573297" y="232872"/>
            <a:chExt cx="5470164" cy="4529254"/>
          </a:xfrm>
        </p:grpSpPr>
        <p:sp>
          <p:nvSpPr>
            <p:cNvPr id="1309" name="Google Shape;1309;p5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7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7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7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7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7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7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3" name="Google Shape;1323;p57"/>
          <p:cNvGrpSpPr/>
          <p:nvPr/>
        </p:nvGrpSpPr>
        <p:grpSpPr>
          <a:xfrm>
            <a:off x="-1241033" y="-976954"/>
            <a:ext cx="2514088" cy="2081645"/>
            <a:chOff x="3573297" y="232872"/>
            <a:chExt cx="5470164" cy="4529254"/>
          </a:xfrm>
        </p:grpSpPr>
        <p:sp>
          <p:nvSpPr>
            <p:cNvPr id="1324" name="Google Shape;1324;p5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2" name="Google Shape;1332;p57"/>
          <p:cNvGrpSpPr/>
          <p:nvPr/>
        </p:nvGrpSpPr>
        <p:grpSpPr>
          <a:xfrm>
            <a:off x="6717082" y="-1583801"/>
            <a:ext cx="3525470" cy="3874833"/>
            <a:chOff x="5440750" y="1541475"/>
            <a:chExt cx="971525" cy="1067800"/>
          </a:xfrm>
        </p:grpSpPr>
        <p:sp>
          <p:nvSpPr>
            <p:cNvPr id="1333" name="Google Shape;1333;p57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7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7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7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7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7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7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7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7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7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7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7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7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941028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5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348" name="Google Shape;1348;p58"/>
          <p:cNvGrpSpPr/>
          <p:nvPr/>
        </p:nvGrpSpPr>
        <p:grpSpPr>
          <a:xfrm rot="10800000" flipH="1">
            <a:off x="-1755270" y="2631364"/>
            <a:ext cx="3587355" cy="2970298"/>
            <a:chOff x="2210400" y="2558550"/>
            <a:chExt cx="971025" cy="804000"/>
          </a:xfrm>
        </p:grpSpPr>
        <p:grpSp>
          <p:nvGrpSpPr>
            <p:cNvPr id="1349" name="Google Shape;1349;p58"/>
            <p:cNvGrpSpPr/>
            <p:nvPr/>
          </p:nvGrpSpPr>
          <p:grpSpPr>
            <a:xfrm>
              <a:off x="2210400" y="2558550"/>
              <a:ext cx="971025" cy="804000"/>
              <a:chOff x="2210400" y="2558550"/>
              <a:chExt cx="971025" cy="804000"/>
            </a:xfrm>
          </p:grpSpPr>
          <p:sp>
            <p:nvSpPr>
              <p:cNvPr id="1350" name="Google Shape;1350;p58"/>
              <p:cNvSpPr/>
              <p:nvPr/>
            </p:nvSpPr>
            <p:spPr>
              <a:xfrm>
                <a:off x="228065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58"/>
              <p:cNvSpPr/>
              <p:nvPr/>
            </p:nvSpPr>
            <p:spPr>
              <a:xfrm>
                <a:off x="2256925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78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58"/>
              <p:cNvSpPr/>
              <p:nvPr/>
            </p:nvSpPr>
            <p:spPr>
              <a:xfrm>
                <a:off x="2233650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58"/>
              <p:cNvSpPr/>
              <p:nvPr/>
            </p:nvSpPr>
            <p:spPr>
              <a:xfrm>
                <a:off x="22104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58"/>
              <p:cNvSpPr/>
              <p:nvPr/>
            </p:nvSpPr>
            <p:spPr>
              <a:xfrm>
                <a:off x="2377425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58"/>
              <p:cNvSpPr/>
              <p:nvPr/>
            </p:nvSpPr>
            <p:spPr>
              <a:xfrm>
                <a:off x="23537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58"/>
              <p:cNvSpPr/>
              <p:nvPr/>
            </p:nvSpPr>
            <p:spPr>
              <a:xfrm>
                <a:off x="2330425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29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58"/>
              <p:cNvSpPr/>
              <p:nvPr/>
            </p:nvSpPr>
            <p:spPr>
              <a:xfrm>
                <a:off x="2306700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99" y="31731"/>
                    </a:lnTo>
                    <a:lnTo>
                      <a:pt x="31732" y="16080"/>
                    </a:lnTo>
                    <a:lnTo>
                      <a:pt x="16099" y="428"/>
                    </a:lnTo>
                    <a:close/>
                    <a:moveTo>
                      <a:pt x="16099" y="32159"/>
                    </a:moveTo>
                    <a:lnTo>
                      <a:pt x="1" y="16080"/>
                    </a:lnTo>
                    <a:lnTo>
                      <a:pt x="16099" y="0"/>
                    </a:lnTo>
                    <a:lnTo>
                      <a:pt x="32179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8" name="Google Shape;1358;p58"/>
            <p:cNvSpPr/>
            <p:nvPr/>
          </p:nvSpPr>
          <p:spPr>
            <a:xfrm>
              <a:off x="2937150" y="3007525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34"/>
                  </a:lnTo>
                  <a:lnTo>
                    <a:pt x="3015" y="6049"/>
                  </a:lnTo>
                  <a:lnTo>
                    <a:pt x="6030" y="3034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8"/>
            <p:cNvSpPr/>
            <p:nvPr/>
          </p:nvSpPr>
          <p:spPr>
            <a:xfrm>
              <a:off x="2931550" y="3002400"/>
              <a:ext cx="161950" cy="161950"/>
            </a:xfrm>
            <a:custGeom>
              <a:avLst/>
              <a:gdLst/>
              <a:ahLst/>
              <a:cxnLst/>
              <a:rect l="l" t="t" r="r" b="b"/>
              <a:pathLst>
                <a:path w="6478" h="6478" extrusionOk="0">
                  <a:moveTo>
                    <a:pt x="447" y="3239"/>
                  </a:moveTo>
                  <a:lnTo>
                    <a:pt x="3239" y="6031"/>
                  </a:lnTo>
                  <a:lnTo>
                    <a:pt x="6031" y="3239"/>
                  </a:lnTo>
                  <a:lnTo>
                    <a:pt x="3239" y="429"/>
                  </a:lnTo>
                  <a:close/>
                  <a:moveTo>
                    <a:pt x="3239" y="6477"/>
                  </a:moveTo>
                  <a:lnTo>
                    <a:pt x="1" y="3239"/>
                  </a:lnTo>
                  <a:lnTo>
                    <a:pt x="3239" y="1"/>
                  </a:lnTo>
                  <a:lnTo>
                    <a:pt x="6477" y="3239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8"/>
            <p:cNvSpPr/>
            <p:nvPr/>
          </p:nvSpPr>
          <p:spPr>
            <a:xfrm>
              <a:off x="2959950" y="3030325"/>
              <a:ext cx="105175" cy="105650"/>
            </a:xfrm>
            <a:custGeom>
              <a:avLst/>
              <a:gdLst/>
              <a:ahLst/>
              <a:cxnLst/>
              <a:rect l="l" t="t" r="r" b="b"/>
              <a:pathLst>
                <a:path w="4207" h="4226" extrusionOk="0">
                  <a:moveTo>
                    <a:pt x="428" y="2122"/>
                  </a:moveTo>
                  <a:lnTo>
                    <a:pt x="2103" y="3778"/>
                  </a:lnTo>
                  <a:lnTo>
                    <a:pt x="3778" y="2122"/>
                  </a:lnTo>
                  <a:lnTo>
                    <a:pt x="2103" y="447"/>
                  </a:lnTo>
                  <a:close/>
                  <a:moveTo>
                    <a:pt x="2103" y="4225"/>
                  </a:moveTo>
                  <a:lnTo>
                    <a:pt x="0" y="2122"/>
                  </a:lnTo>
                  <a:lnTo>
                    <a:pt x="2103" y="0"/>
                  </a:lnTo>
                  <a:lnTo>
                    <a:pt x="4206" y="2122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8"/>
            <p:cNvSpPr/>
            <p:nvPr/>
          </p:nvSpPr>
          <p:spPr>
            <a:xfrm>
              <a:off x="28301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8"/>
            <p:cNvSpPr/>
            <p:nvPr/>
          </p:nvSpPr>
          <p:spPr>
            <a:xfrm>
              <a:off x="2830600" y="2949825"/>
              <a:ext cx="950" cy="2350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8"/>
            <p:cNvSpPr/>
            <p:nvPr/>
          </p:nvSpPr>
          <p:spPr>
            <a:xfrm>
              <a:off x="2831525" y="2949375"/>
              <a:ext cx="500" cy="3275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8"/>
            <p:cNvSpPr/>
            <p:nvPr/>
          </p:nvSpPr>
          <p:spPr>
            <a:xfrm>
              <a:off x="2832000" y="2948900"/>
              <a:ext cx="475" cy="4225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8"/>
            <p:cNvSpPr/>
            <p:nvPr/>
          </p:nvSpPr>
          <p:spPr>
            <a:xfrm>
              <a:off x="2832450" y="2948425"/>
              <a:ext cx="500" cy="5150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8"/>
            <p:cNvSpPr/>
            <p:nvPr/>
          </p:nvSpPr>
          <p:spPr>
            <a:xfrm>
              <a:off x="2832925" y="2947500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8"/>
            <p:cNvSpPr/>
            <p:nvPr/>
          </p:nvSpPr>
          <p:spPr>
            <a:xfrm>
              <a:off x="2833375" y="2947050"/>
              <a:ext cx="500" cy="792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8"/>
            <p:cNvSpPr/>
            <p:nvPr/>
          </p:nvSpPr>
          <p:spPr>
            <a:xfrm>
              <a:off x="2833850" y="2946575"/>
              <a:ext cx="950" cy="8875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8"/>
            <p:cNvSpPr/>
            <p:nvPr/>
          </p:nvSpPr>
          <p:spPr>
            <a:xfrm>
              <a:off x="283477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8"/>
            <p:cNvSpPr/>
            <p:nvPr/>
          </p:nvSpPr>
          <p:spPr>
            <a:xfrm>
              <a:off x="2835250" y="2945650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8"/>
            <p:cNvSpPr/>
            <p:nvPr/>
          </p:nvSpPr>
          <p:spPr>
            <a:xfrm>
              <a:off x="2835725" y="2945175"/>
              <a:ext cx="475" cy="11650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8"/>
            <p:cNvSpPr/>
            <p:nvPr/>
          </p:nvSpPr>
          <p:spPr>
            <a:xfrm>
              <a:off x="28361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58"/>
            <p:cNvSpPr/>
            <p:nvPr/>
          </p:nvSpPr>
          <p:spPr>
            <a:xfrm>
              <a:off x="2836650" y="2943775"/>
              <a:ext cx="475" cy="14450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8"/>
            <p:cNvSpPr/>
            <p:nvPr/>
          </p:nvSpPr>
          <p:spPr>
            <a:xfrm>
              <a:off x="2837100" y="2943325"/>
              <a:ext cx="975" cy="15375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8"/>
            <p:cNvSpPr/>
            <p:nvPr/>
          </p:nvSpPr>
          <p:spPr>
            <a:xfrm>
              <a:off x="2838050" y="2942850"/>
              <a:ext cx="475" cy="16300"/>
            </a:xfrm>
            <a:custGeom>
              <a:avLst/>
              <a:gdLst/>
              <a:ahLst/>
              <a:cxnLst/>
              <a:rect l="l" t="t" r="r" b="b"/>
              <a:pathLst>
                <a:path w="19" h="652" extrusionOk="0">
                  <a:moveTo>
                    <a:pt x="19" y="1"/>
                  </a:moveTo>
                  <a:lnTo>
                    <a:pt x="0" y="19"/>
                  </a:lnTo>
                  <a:lnTo>
                    <a:pt x="0" y="633"/>
                  </a:lnTo>
                  <a:lnTo>
                    <a:pt x="19" y="65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8"/>
            <p:cNvSpPr/>
            <p:nvPr/>
          </p:nvSpPr>
          <p:spPr>
            <a:xfrm>
              <a:off x="2838500" y="2942375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9" y="1"/>
                  </a:moveTo>
                  <a:lnTo>
                    <a:pt x="1" y="20"/>
                  </a:lnTo>
                  <a:lnTo>
                    <a:pt x="1" y="671"/>
                  </a:lnTo>
                  <a:lnTo>
                    <a:pt x="19" y="69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8"/>
            <p:cNvSpPr/>
            <p:nvPr/>
          </p:nvSpPr>
          <p:spPr>
            <a:xfrm>
              <a:off x="2838975" y="2941925"/>
              <a:ext cx="475" cy="18175"/>
            </a:xfrm>
            <a:custGeom>
              <a:avLst/>
              <a:gdLst/>
              <a:ahLst/>
              <a:cxnLst/>
              <a:rect l="l" t="t" r="r" b="b"/>
              <a:pathLst>
                <a:path w="19" h="727" extrusionOk="0">
                  <a:moveTo>
                    <a:pt x="19" y="0"/>
                  </a:moveTo>
                  <a:lnTo>
                    <a:pt x="0" y="19"/>
                  </a:lnTo>
                  <a:lnTo>
                    <a:pt x="0" y="708"/>
                  </a:lnTo>
                  <a:lnTo>
                    <a:pt x="19" y="72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8"/>
            <p:cNvSpPr/>
            <p:nvPr/>
          </p:nvSpPr>
          <p:spPr>
            <a:xfrm>
              <a:off x="2839425" y="2941000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20" y="0"/>
                  </a:moveTo>
                  <a:lnTo>
                    <a:pt x="1" y="37"/>
                  </a:lnTo>
                  <a:lnTo>
                    <a:pt x="1" y="763"/>
                  </a:lnTo>
                  <a:lnTo>
                    <a:pt x="20" y="782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8"/>
            <p:cNvSpPr/>
            <p:nvPr/>
          </p:nvSpPr>
          <p:spPr>
            <a:xfrm>
              <a:off x="283990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9" y="1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3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8"/>
            <p:cNvSpPr/>
            <p:nvPr/>
          </p:nvSpPr>
          <p:spPr>
            <a:xfrm>
              <a:off x="2840375" y="2940050"/>
              <a:ext cx="950" cy="21900"/>
            </a:xfrm>
            <a:custGeom>
              <a:avLst/>
              <a:gdLst/>
              <a:ahLst/>
              <a:cxnLst/>
              <a:rect l="l" t="t" r="r" b="b"/>
              <a:pathLst>
                <a:path w="38" h="876" extrusionOk="0">
                  <a:moveTo>
                    <a:pt x="37" y="1"/>
                  </a:moveTo>
                  <a:lnTo>
                    <a:pt x="0" y="20"/>
                  </a:lnTo>
                  <a:lnTo>
                    <a:pt x="0" y="857"/>
                  </a:lnTo>
                  <a:lnTo>
                    <a:pt x="37" y="876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8"/>
            <p:cNvSpPr/>
            <p:nvPr/>
          </p:nvSpPr>
          <p:spPr>
            <a:xfrm>
              <a:off x="2841300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19" y="0"/>
                  </a:moveTo>
                  <a:lnTo>
                    <a:pt x="0" y="19"/>
                  </a:lnTo>
                  <a:lnTo>
                    <a:pt x="0" y="894"/>
                  </a:lnTo>
                  <a:lnTo>
                    <a:pt x="19" y="91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8"/>
            <p:cNvSpPr/>
            <p:nvPr/>
          </p:nvSpPr>
          <p:spPr>
            <a:xfrm>
              <a:off x="28417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20" y="1"/>
                  </a:moveTo>
                  <a:lnTo>
                    <a:pt x="1" y="19"/>
                  </a:lnTo>
                  <a:lnTo>
                    <a:pt x="1" y="931"/>
                  </a:lnTo>
                  <a:lnTo>
                    <a:pt x="20" y="95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8"/>
            <p:cNvSpPr/>
            <p:nvPr/>
          </p:nvSpPr>
          <p:spPr>
            <a:xfrm>
              <a:off x="2842225" y="2938675"/>
              <a:ext cx="500" cy="24675"/>
            </a:xfrm>
            <a:custGeom>
              <a:avLst/>
              <a:gdLst/>
              <a:ahLst/>
              <a:cxnLst/>
              <a:rect l="l" t="t" r="r" b="b"/>
              <a:pathLst>
                <a:path w="20" h="987" extrusionOk="0">
                  <a:moveTo>
                    <a:pt x="19" y="0"/>
                  </a:moveTo>
                  <a:lnTo>
                    <a:pt x="1" y="19"/>
                  </a:lnTo>
                  <a:lnTo>
                    <a:pt x="1" y="968"/>
                  </a:lnTo>
                  <a:lnTo>
                    <a:pt x="19" y="98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8"/>
            <p:cNvSpPr/>
            <p:nvPr/>
          </p:nvSpPr>
          <p:spPr>
            <a:xfrm>
              <a:off x="2842700" y="2937725"/>
              <a:ext cx="475" cy="26100"/>
            </a:xfrm>
            <a:custGeom>
              <a:avLst/>
              <a:gdLst/>
              <a:ahLst/>
              <a:cxnLst/>
              <a:rect l="l" t="t" r="r" b="b"/>
              <a:pathLst>
                <a:path w="19" h="1044" extrusionOk="0">
                  <a:moveTo>
                    <a:pt x="19" y="1"/>
                  </a:moveTo>
                  <a:lnTo>
                    <a:pt x="0" y="38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8"/>
            <p:cNvSpPr/>
            <p:nvPr/>
          </p:nvSpPr>
          <p:spPr>
            <a:xfrm>
              <a:off x="2843150" y="2937275"/>
              <a:ext cx="500" cy="27475"/>
            </a:xfrm>
            <a:custGeom>
              <a:avLst/>
              <a:gdLst/>
              <a:ahLst/>
              <a:cxnLst/>
              <a:rect l="l" t="t" r="r" b="b"/>
              <a:pathLst>
                <a:path w="20" h="1099" extrusionOk="0">
                  <a:moveTo>
                    <a:pt x="19" y="0"/>
                  </a:moveTo>
                  <a:lnTo>
                    <a:pt x="1" y="19"/>
                  </a:lnTo>
                  <a:lnTo>
                    <a:pt x="1" y="1061"/>
                  </a:lnTo>
                  <a:lnTo>
                    <a:pt x="19" y="109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2843625" y="2936800"/>
              <a:ext cx="950" cy="28400"/>
            </a:xfrm>
            <a:custGeom>
              <a:avLst/>
              <a:gdLst/>
              <a:ahLst/>
              <a:cxnLst/>
              <a:rect l="l" t="t" r="r" b="b"/>
              <a:pathLst>
                <a:path w="38" h="1136" extrusionOk="0">
                  <a:moveTo>
                    <a:pt x="38" y="1"/>
                  </a:moveTo>
                  <a:lnTo>
                    <a:pt x="0" y="19"/>
                  </a:lnTo>
                  <a:lnTo>
                    <a:pt x="0" y="1117"/>
                  </a:lnTo>
                  <a:lnTo>
                    <a:pt x="38" y="1136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2844550" y="2936350"/>
              <a:ext cx="500" cy="29325"/>
            </a:xfrm>
            <a:custGeom>
              <a:avLst/>
              <a:gdLst/>
              <a:ahLst/>
              <a:cxnLst/>
              <a:rect l="l" t="t" r="r" b="b"/>
              <a:pathLst>
                <a:path w="20" h="1173" extrusionOk="0">
                  <a:moveTo>
                    <a:pt x="19" y="0"/>
                  </a:moveTo>
                  <a:lnTo>
                    <a:pt x="1" y="19"/>
                  </a:lnTo>
                  <a:lnTo>
                    <a:pt x="1" y="1154"/>
                  </a:lnTo>
                  <a:lnTo>
                    <a:pt x="19" y="117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2845025" y="2935875"/>
              <a:ext cx="475" cy="30275"/>
            </a:xfrm>
            <a:custGeom>
              <a:avLst/>
              <a:gdLst/>
              <a:ahLst/>
              <a:cxnLst/>
              <a:rect l="l" t="t" r="r" b="b"/>
              <a:pathLst>
                <a:path w="19" h="1211" extrusionOk="0">
                  <a:moveTo>
                    <a:pt x="19" y="0"/>
                  </a:moveTo>
                  <a:lnTo>
                    <a:pt x="0" y="19"/>
                  </a:lnTo>
                  <a:lnTo>
                    <a:pt x="0" y="1192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2845475" y="2935400"/>
              <a:ext cx="500" cy="31200"/>
            </a:xfrm>
            <a:custGeom>
              <a:avLst/>
              <a:gdLst/>
              <a:ahLst/>
              <a:cxnLst/>
              <a:rect l="l" t="t" r="r" b="b"/>
              <a:pathLst>
                <a:path w="20" h="1248" extrusionOk="0">
                  <a:moveTo>
                    <a:pt x="19" y="1"/>
                  </a:moveTo>
                  <a:lnTo>
                    <a:pt x="1" y="19"/>
                  </a:lnTo>
                  <a:lnTo>
                    <a:pt x="1" y="1229"/>
                  </a:lnTo>
                  <a:lnTo>
                    <a:pt x="19" y="124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284595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1"/>
                  </a:moveTo>
                  <a:lnTo>
                    <a:pt x="0" y="38"/>
                  </a:lnTo>
                  <a:lnTo>
                    <a:pt x="0" y="1285"/>
                  </a:lnTo>
                  <a:lnTo>
                    <a:pt x="19" y="130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58"/>
            <p:cNvSpPr/>
            <p:nvPr/>
          </p:nvSpPr>
          <p:spPr>
            <a:xfrm>
              <a:off x="2846425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19" y="1"/>
                  </a:moveTo>
                  <a:lnTo>
                    <a:pt x="0" y="20"/>
                  </a:lnTo>
                  <a:lnTo>
                    <a:pt x="0" y="1322"/>
                  </a:lnTo>
                  <a:lnTo>
                    <a:pt x="19" y="136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8"/>
            <p:cNvSpPr/>
            <p:nvPr/>
          </p:nvSpPr>
          <p:spPr>
            <a:xfrm>
              <a:off x="2846875" y="2933550"/>
              <a:ext cx="950" cy="34925"/>
            </a:xfrm>
            <a:custGeom>
              <a:avLst/>
              <a:gdLst/>
              <a:ahLst/>
              <a:cxnLst/>
              <a:rect l="l" t="t" r="r" b="b"/>
              <a:pathLst>
                <a:path w="38" h="1397" extrusionOk="0">
                  <a:moveTo>
                    <a:pt x="38" y="0"/>
                  </a:moveTo>
                  <a:lnTo>
                    <a:pt x="1" y="19"/>
                  </a:lnTo>
                  <a:lnTo>
                    <a:pt x="1" y="1378"/>
                  </a:lnTo>
                  <a:lnTo>
                    <a:pt x="38" y="139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58"/>
            <p:cNvSpPr/>
            <p:nvPr/>
          </p:nvSpPr>
          <p:spPr>
            <a:xfrm>
              <a:off x="28478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20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20" y="1434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58"/>
            <p:cNvSpPr/>
            <p:nvPr/>
          </p:nvSpPr>
          <p:spPr>
            <a:xfrm>
              <a:off x="2848275" y="2932625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58"/>
            <p:cNvSpPr/>
            <p:nvPr/>
          </p:nvSpPr>
          <p:spPr>
            <a:xfrm>
              <a:off x="2848750" y="2932150"/>
              <a:ext cx="475" cy="37700"/>
            </a:xfrm>
            <a:custGeom>
              <a:avLst/>
              <a:gdLst/>
              <a:ahLst/>
              <a:cxnLst/>
              <a:rect l="l" t="t" r="r" b="b"/>
              <a:pathLst>
                <a:path w="19" h="1508" extrusionOk="0">
                  <a:moveTo>
                    <a:pt x="19" y="1"/>
                  </a:moveTo>
                  <a:lnTo>
                    <a:pt x="0" y="19"/>
                  </a:lnTo>
                  <a:lnTo>
                    <a:pt x="0" y="1489"/>
                  </a:lnTo>
                  <a:lnTo>
                    <a:pt x="19" y="150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2849200" y="2931225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9" y="0"/>
                  </a:moveTo>
                  <a:lnTo>
                    <a:pt x="1" y="38"/>
                  </a:lnTo>
                  <a:lnTo>
                    <a:pt x="1" y="1545"/>
                  </a:lnTo>
                  <a:lnTo>
                    <a:pt x="19" y="156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2849675" y="2930750"/>
              <a:ext cx="475" cy="40500"/>
            </a:xfrm>
            <a:custGeom>
              <a:avLst/>
              <a:gdLst/>
              <a:ahLst/>
              <a:cxnLst/>
              <a:rect l="l" t="t" r="r" b="b"/>
              <a:pathLst>
                <a:path w="19" h="1620" extrusionOk="0">
                  <a:moveTo>
                    <a:pt x="19" y="1"/>
                  </a:moveTo>
                  <a:lnTo>
                    <a:pt x="0" y="19"/>
                  </a:lnTo>
                  <a:lnTo>
                    <a:pt x="0" y="1583"/>
                  </a:lnTo>
                  <a:lnTo>
                    <a:pt x="19" y="162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58"/>
            <p:cNvSpPr/>
            <p:nvPr/>
          </p:nvSpPr>
          <p:spPr>
            <a:xfrm>
              <a:off x="2850125" y="2930300"/>
              <a:ext cx="975" cy="41425"/>
            </a:xfrm>
            <a:custGeom>
              <a:avLst/>
              <a:gdLst/>
              <a:ahLst/>
              <a:cxnLst/>
              <a:rect l="l" t="t" r="r" b="b"/>
              <a:pathLst>
                <a:path w="39" h="1657" extrusionOk="0">
                  <a:moveTo>
                    <a:pt x="38" y="0"/>
                  </a:moveTo>
                  <a:lnTo>
                    <a:pt x="1" y="19"/>
                  </a:lnTo>
                  <a:lnTo>
                    <a:pt x="1" y="1638"/>
                  </a:lnTo>
                  <a:lnTo>
                    <a:pt x="38" y="165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2851075" y="2929825"/>
              <a:ext cx="475" cy="42375"/>
            </a:xfrm>
            <a:custGeom>
              <a:avLst/>
              <a:gdLst/>
              <a:ahLst/>
              <a:cxnLst/>
              <a:rect l="l" t="t" r="r" b="b"/>
              <a:pathLst>
                <a:path w="19" h="1695" extrusionOk="0">
                  <a:moveTo>
                    <a:pt x="19" y="0"/>
                  </a:moveTo>
                  <a:lnTo>
                    <a:pt x="0" y="19"/>
                  </a:lnTo>
                  <a:lnTo>
                    <a:pt x="0" y="1675"/>
                  </a:lnTo>
                  <a:lnTo>
                    <a:pt x="19" y="169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285152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9" y="1"/>
                  </a:moveTo>
                  <a:lnTo>
                    <a:pt x="1" y="19"/>
                  </a:lnTo>
                  <a:lnTo>
                    <a:pt x="1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2852000" y="2928900"/>
              <a:ext cx="475" cy="44225"/>
            </a:xfrm>
            <a:custGeom>
              <a:avLst/>
              <a:gdLst/>
              <a:ahLst/>
              <a:cxnLst/>
              <a:rect l="l" t="t" r="r" b="b"/>
              <a:pathLst>
                <a:path w="19" h="1769" extrusionOk="0">
                  <a:moveTo>
                    <a:pt x="19" y="0"/>
                  </a:moveTo>
                  <a:lnTo>
                    <a:pt x="0" y="19"/>
                  </a:lnTo>
                  <a:lnTo>
                    <a:pt x="0" y="1750"/>
                  </a:lnTo>
                  <a:lnTo>
                    <a:pt x="19" y="17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2852475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19" y="0"/>
                  </a:moveTo>
                  <a:lnTo>
                    <a:pt x="0" y="37"/>
                  </a:lnTo>
                  <a:lnTo>
                    <a:pt x="0" y="1805"/>
                  </a:lnTo>
                  <a:lnTo>
                    <a:pt x="19" y="182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28529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19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19" y="18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58"/>
            <p:cNvSpPr/>
            <p:nvPr/>
          </p:nvSpPr>
          <p:spPr>
            <a:xfrm>
              <a:off x="2853400" y="2927025"/>
              <a:ext cx="950" cy="47950"/>
            </a:xfrm>
            <a:custGeom>
              <a:avLst/>
              <a:gdLst/>
              <a:ahLst/>
              <a:cxnLst/>
              <a:rect l="l" t="t" r="r" b="b"/>
              <a:pathLst>
                <a:path w="38" h="1918" extrusionOk="0">
                  <a:moveTo>
                    <a:pt x="37" y="1"/>
                  </a:moveTo>
                  <a:lnTo>
                    <a:pt x="0" y="19"/>
                  </a:lnTo>
                  <a:lnTo>
                    <a:pt x="0" y="1899"/>
                  </a:lnTo>
                  <a:lnTo>
                    <a:pt x="37" y="1918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58"/>
            <p:cNvSpPr/>
            <p:nvPr/>
          </p:nvSpPr>
          <p:spPr>
            <a:xfrm>
              <a:off x="2854325" y="2926575"/>
              <a:ext cx="500" cy="48875"/>
            </a:xfrm>
            <a:custGeom>
              <a:avLst/>
              <a:gdLst/>
              <a:ahLst/>
              <a:cxnLst/>
              <a:rect l="l" t="t" r="r" b="b"/>
              <a:pathLst>
                <a:path w="20" h="1955" extrusionOk="0">
                  <a:moveTo>
                    <a:pt x="19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19" y="19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58"/>
            <p:cNvSpPr/>
            <p:nvPr/>
          </p:nvSpPr>
          <p:spPr>
            <a:xfrm>
              <a:off x="2854800" y="2926100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1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58"/>
            <p:cNvSpPr/>
            <p:nvPr/>
          </p:nvSpPr>
          <p:spPr>
            <a:xfrm>
              <a:off x="2855250" y="2925625"/>
              <a:ext cx="500" cy="50750"/>
            </a:xfrm>
            <a:custGeom>
              <a:avLst/>
              <a:gdLst/>
              <a:ahLst/>
              <a:cxnLst/>
              <a:rect l="l" t="t" r="r" b="b"/>
              <a:pathLst>
                <a:path w="20" h="2030" extrusionOk="0">
                  <a:moveTo>
                    <a:pt x="19" y="1"/>
                  </a:moveTo>
                  <a:lnTo>
                    <a:pt x="1" y="20"/>
                  </a:lnTo>
                  <a:lnTo>
                    <a:pt x="1" y="2011"/>
                  </a:lnTo>
                  <a:lnTo>
                    <a:pt x="19" y="203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58"/>
            <p:cNvSpPr/>
            <p:nvPr/>
          </p:nvSpPr>
          <p:spPr>
            <a:xfrm>
              <a:off x="2855725" y="2924700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19" y="1"/>
                  </a:moveTo>
                  <a:lnTo>
                    <a:pt x="0" y="38"/>
                  </a:lnTo>
                  <a:lnTo>
                    <a:pt x="0" y="2067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58"/>
            <p:cNvSpPr/>
            <p:nvPr/>
          </p:nvSpPr>
          <p:spPr>
            <a:xfrm>
              <a:off x="2856175" y="2924250"/>
              <a:ext cx="500" cy="53525"/>
            </a:xfrm>
            <a:custGeom>
              <a:avLst/>
              <a:gdLst/>
              <a:ahLst/>
              <a:cxnLst/>
              <a:rect l="l" t="t" r="r" b="b"/>
              <a:pathLst>
                <a:path w="20" h="2141" extrusionOk="0">
                  <a:moveTo>
                    <a:pt x="20" y="0"/>
                  </a:moveTo>
                  <a:lnTo>
                    <a:pt x="1" y="19"/>
                  </a:lnTo>
                  <a:lnTo>
                    <a:pt x="1" y="2103"/>
                  </a:lnTo>
                  <a:lnTo>
                    <a:pt x="20" y="2140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58"/>
            <p:cNvSpPr/>
            <p:nvPr/>
          </p:nvSpPr>
          <p:spPr>
            <a:xfrm>
              <a:off x="2856650" y="2923775"/>
              <a:ext cx="950" cy="54450"/>
            </a:xfrm>
            <a:custGeom>
              <a:avLst/>
              <a:gdLst/>
              <a:ahLst/>
              <a:cxnLst/>
              <a:rect l="l" t="t" r="r" b="b"/>
              <a:pathLst>
                <a:path w="38" h="2178" extrusionOk="0">
                  <a:moveTo>
                    <a:pt x="38" y="1"/>
                  </a:moveTo>
                  <a:lnTo>
                    <a:pt x="1" y="19"/>
                  </a:lnTo>
                  <a:lnTo>
                    <a:pt x="1" y="2159"/>
                  </a:lnTo>
                  <a:lnTo>
                    <a:pt x="38" y="2178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58"/>
            <p:cNvSpPr/>
            <p:nvPr/>
          </p:nvSpPr>
          <p:spPr>
            <a:xfrm>
              <a:off x="2857575" y="2923300"/>
              <a:ext cx="500" cy="55400"/>
            </a:xfrm>
            <a:custGeom>
              <a:avLst/>
              <a:gdLst/>
              <a:ahLst/>
              <a:cxnLst/>
              <a:rect l="l" t="t" r="r" b="b"/>
              <a:pathLst>
                <a:path w="20" h="2216" extrusionOk="0">
                  <a:moveTo>
                    <a:pt x="19" y="1"/>
                  </a:moveTo>
                  <a:lnTo>
                    <a:pt x="1" y="20"/>
                  </a:lnTo>
                  <a:lnTo>
                    <a:pt x="1" y="2197"/>
                  </a:lnTo>
                  <a:lnTo>
                    <a:pt x="19" y="221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58"/>
            <p:cNvSpPr/>
            <p:nvPr/>
          </p:nvSpPr>
          <p:spPr>
            <a:xfrm>
              <a:off x="2858050" y="2922850"/>
              <a:ext cx="475" cy="56325"/>
            </a:xfrm>
            <a:custGeom>
              <a:avLst/>
              <a:gdLst/>
              <a:ahLst/>
              <a:cxnLst/>
              <a:rect l="l" t="t" r="r" b="b"/>
              <a:pathLst>
                <a:path w="19" h="2253" extrusionOk="0">
                  <a:moveTo>
                    <a:pt x="19" y="0"/>
                  </a:moveTo>
                  <a:lnTo>
                    <a:pt x="0" y="19"/>
                  </a:lnTo>
                  <a:lnTo>
                    <a:pt x="0" y="2234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58"/>
            <p:cNvSpPr/>
            <p:nvPr/>
          </p:nvSpPr>
          <p:spPr>
            <a:xfrm>
              <a:off x="2858500" y="2922375"/>
              <a:ext cx="500" cy="57250"/>
            </a:xfrm>
            <a:custGeom>
              <a:avLst/>
              <a:gdLst/>
              <a:ahLst/>
              <a:cxnLst/>
              <a:rect l="l" t="t" r="r" b="b"/>
              <a:pathLst>
                <a:path w="20" h="2290" extrusionOk="0">
                  <a:moveTo>
                    <a:pt x="20" y="1"/>
                  </a:moveTo>
                  <a:lnTo>
                    <a:pt x="1" y="19"/>
                  </a:lnTo>
                  <a:lnTo>
                    <a:pt x="1" y="2271"/>
                  </a:lnTo>
                  <a:lnTo>
                    <a:pt x="20" y="229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58"/>
            <p:cNvSpPr/>
            <p:nvPr/>
          </p:nvSpPr>
          <p:spPr>
            <a:xfrm>
              <a:off x="2858975" y="2921925"/>
              <a:ext cx="500" cy="58175"/>
            </a:xfrm>
            <a:custGeom>
              <a:avLst/>
              <a:gdLst/>
              <a:ahLst/>
              <a:cxnLst/>
              <a:rect l="l" t="t" r="r" b="b"/>
              <a:pathLst>
                <a:path w="20" h="2327" extrusionOk="0">
                  <a:moveTo>
                    <a:pt x="19" y="0"/>
                  </a:moveTo>
                  <a:lnTo>
                    <a:pt x="1" y="19"/>
                  </a:lnTo>
                  <a:lnTo>
                    <a:pt x="1" y="2308"/>
                  </a:lnTo>
                  <a:lnTo>
                    <a:pt x="19" y="2326"/>
                  </a:lnTo>
                  <a:lnTo>
                    <a:pt x="19" y="2308"/>
                  </a:lnTo>
                  <a:lnTo>
                    <a:pt x="19" y="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58"/>
            <p:cNvSpPr/>
            <p:nvPr/>
          </p:nvSpPr>
          <p:spPr>
            <a:xfrm>
              <a:off x="2859450" y="2922375"/>
              <a:ext cx="475" cy="57250"/>
            </a:xfrm>
            <a:custGeom>
              <a:avLst/>
              <a:gdLst/>
              <a:ahLst/>
              <a:cxnLst/>
              <a:rect l="l" t="t" r="r" b="b"/>
              <a:pathLst>
                <a:path w="19" h="2290" extrusionOk="0">
                  <a:moveTo>
                    <a:pt x="0" y="1"/>
                  </a:moveTo>
                  <a:lnTo>
                    <a:pt x="0" y="2290"/>
                  </a:lnTo>
                  <a:lnTo>
                    <a:pt x="19" y="227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58"/>
            <p:cNvSpPr/>
            <p:nvPr/>
          </p:nvSpPr>
          <p:spPr>
            <a:xfrm>
              <a:off x="2859900" y="2922850"/>
              <a:ext cx="950" cy="56325"/>
            </a:xfrm>
            <a:custGeom>
              <a:avLst/>
              <a:gdLst/>
              <a:ahLst/>
              <a:cxnLst/>
              <a:rect l="l" t="t" r="r" b="b"/>
              <a:pathLst>
                <a:path w="38" h="2253" extrusionOk="0">
                  <a:moveTo>
                    <a:pt x="1" y="0"/>
                  </a:moveTo>
                  <a:lnTo>
                    <a:pt x="1" y="2252"/>
                  </a:lnTo>
                  <a:lnTo>
                    <a:pt x="38" y="2234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58"/>
            <p:cNvSpPr/>
            <p:nvPr/>
          </p:nvSpPr>
          <p:spPr>
            <a:xfrm>
              <a:off x="2860850" y="2923300"/>
              <a:ext cx="475" cy="55400"/>
            </a:xfrm>
            <a:custGeom>
              <a:avLst/>
              <a:gdLst/>
              <a:ahLst/>
              <a:cxnLst/>
              <a:rect l="l" t="t" r="r" b="b"/>
              <a:pathLst>
                <a:path w="19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19" y="2197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58"/>
            <p:cNvSpPr/>
            <p:nvPr/>
          </p:nvSpPr>
          <p:spPr>
            <a:xfrm>
              <a:off x="2861300" y="2923775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1"/>
                  </a:moveTo>
                  <a:lnTo>
                    <a:pt x="1" y="2178"/>
                  </a:lnTo>
                  <a:lnTo>
                    <a:pt x="19" y="215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58"/>
            <p:cNvSpPr/>
            <p:nvPr/>
          </p:nvSpPr>
          <p:spPr>
            <a:xfrm>
              <a:off x="2861775" y="2924250"/>
              <a:ext cx="475" cy="53525"/>
            </a:xfrm>
            <a:custGeom>
              <a:avLst/>
              <a:gdLst/>
              <a:ahLst/>
              <a:cxnLst/>
              <a:rect l="l" t="t" r="r" b="b"/>
              <a:pathLst>
                <a:path w="19" h="2141" extrusionOk="0">
                  <a:moveTo>
                    <a:pt x="0" y="0"/>
                  </a:moveTo>
                  <a:lnTo>
                    <a:pt x="0" y="2140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58"/>
            <p:cNvSpPr/>
            <p:nvPr/>
          </p:nvSpPr>
          <p:spPr>
            <a:xfrm>
              <a:off x="2862225" y="2924700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" y="1"/>
                  </a:moveTo>
                  <a:lnTo>
                    <a:pt x="1" y="2085"/>
                  </a:lnTo>
                  <a:lnTo>
                    <a:pt x="19" y="2067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58"/>
            <p:cNvSpPr/>
            <p:nvPr/>
          </p:nvSpPr>
          <p:spPr>
            <a:xfrm>
              <a:off x="2862700" y="2925625"/>
              <a:ext cx="950" cy="50750"/>
            </a:xfrm>
            <a:custGeom>
              <a:avLst/>
              <a:gdLst/>
              <a:ahLst/>
              <a:cxnLst/>
              <a:rect l="l" t="t" r="r" b="b"/>
              <a:pathLst>
                <a:path w="38" h="2030" extrusionOk="0">
                  <a:moveTo>
                    <a:pt x="0" y="1"/>
                  </a:moveTo>
                  <a:lnTo>
                    <a:pt x="0" y="2030"/>
                  </a:lnTo>
                  <a:lnTo>
                    <a:pt x="38" y="2011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58"/>
            <p:cNvSpPr/>
            <p:nvPr/>
          </p:nvSpPr>
          <p:spPr>
            <a:xfrm>
              <a:off x="2863625" y="2926100"/>
              <a:ext cx="500" cy="49800"/>
            </a:xfrm>
            <a:custGeom>
              <a:avLst/>
              <a:gdLst/>
              <a:ahLst/>
              <a:cxnLst/>
              <a:rect l="l" t="t" r="r" b="b"/>
              <a:pathLst>
                <a:path w="20" h="1992" extrusionOk="0">
                  <a:moveTo>
                    <a:pt x="1" y="1"/>
                  </a:moveTo>
                  <a:lnTo>
                    <a:pt x="1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58"/>
            <p:cNvSpPr/>
            <p:nvPr/>
          </p:nvSpPr>
          <p:spPr>
            <a:xfrm>
              <a:off x="2864100" y="2926575"/>
              <a:ext cx="475" cy="48875"/>
            </a:xfrm>
            <a:custGeom>
              <a:avLst/>
              <a:gdLst/>
              <a:ahLst/>
              <a:cxnLst/>
              <a:rect l="l" t="t" r="r" b="b"/>
              <a:pathLst>
                <a:path w="19" h="1955" extrusionOk="0">
                  <a:moveTo>
                    <a:pt x="0" y="0"/>
                  </a:moveTo>
                  <a:lnTo>
                    <a:pt x="0" y="1954"/>
                  </a:lnTo>
                  <a:lnTo>
                    <a:pt x="19" y="193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58"/>
            <p:cNvSpPr/>
            <p:nvPr/>
          </p:nvSpPr>
          <p:spPr>
            <a:xfrm>
              <a:off x="2864550" y="2927025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" y="1"/>
                  </a:moveTo>
                  <a:lnTo>
                    <a:pt x="1" y="1918"/>
                  </a:lnTo>
                  <a:lnTo>
                    <a:pt x="19" y="189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58"/>
            <p:cNvSpPr/>
            <p:nvPr/>
          </p:nvSpPr>
          <p:spPr>
            <a:xfrm>
              <a:off x="28650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0" y="0"/>
                  </a:moveTo>
                  <a:lnTo>
                    <a:pt x="0" y="1880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58"/>
            <p:cNvSpPr/>
            <p:nvPr/>
          </p:nvSpPr>
          <p:spPr>
            <a:xfrm>
              <a:off x="2865500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19" y="1805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58"/>
            <p:cNvSpPr/>
            <p:nvPr/>
          </p:nvSpPr>
          <p:spPr>
            <a:xfrm>
              <a:off x="2865950" y="2928900"/>
              <a:ext cx="950" cy="44225"/>
            </a:xfrm>
            <a:custGeom>
              <a:avLst/>
              <a:gdLst/>
              <a:ahLst/>
              <a:cxnLst/>
              <a:rect l="l" t="t" r="r" b="b"/>
              <a:pathLst>
                <a:path w="38" h="1769" extrusionOk="0">
                  <a:moveTo>
                    <a:pt x="1" y="0"/>
                  </a:moveTo>
                  <a:lnTo>
                    <a:pt x="1" y="1768"/>
                  </a:lnTo>
                  <a:lnTo>
                    <a:pt x="38" y="1750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58"/>
            <p:cNvSpPr/>
            <p:nvPr/>
          </p:nvSpPr>
          <p:spPr>
            <a:xfrm>
              <a:off x="286687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20" y="171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58"/>
            <p:cNvSpPr/>
            <p:nvPr/>
          </p:nvSpPr>
          <p:spPr>
            <a:xfrm>
              <a:off x="2867350" y="2929825"/>
              <a:ext cx="500" cy="42375"/>
            </a:xfrm>
            <a:custGeom>
              <a:avLst/>
              <a:gdLst/>
              <a:ahLst/>
              <a:cxnLst/>
              <a:rect l="l" t="t" r="r" b="b"/>
              <a:pathLst>
                <a:path w="20" h="1695" extrusionOk="0">
                  <a:moveTo>
                    <a:pt x="1" y="0"/>
                  </a:moveTo>
                  <a:lnTo>
                    <a:pt x="1" y="1694"/>
                  </a:lnTo>
                  <a:lnTo>
                    <a:pt x="19" y="167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8"/>
            <p:cNvSpPr/>
            <p:nvPr/>
          </p:nvSpPr>
          <p:spPr>
            <a:xfrm>
              <a:off x="2867825" y="2930300"/>
              <a:ext cx="475" cy="41425"/>
            </a:xfrm>
            <a:custGeom>
              <a:avLst/>
              <a:gdLst/>
              <a:ahLst/>
              <a:cxnLst/>
              <a:rect l="l" t="t" r="r" b="b"/>
              <a:pathLst>
                <a:path w="19" h="1657" extrusionOk="0">
                  <a:moveTo>
                    <a:pt x="0" y="0"/>
                  </a:moveTo>
                  <a:lnTo>
                    <a:pt x="0" y="1656"/>
                  </a:lnTo>
                  <a:lnTo>
                    <a:pt x="19" y="163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58"/>
            <p:cNvSpPr/>
            <p:nvPr/>
          </p:nvSpPr>
          <p:spPr>
            <a:xfrm>
              <a:off x="2868275" y="2930750"/>
              <a:ext cx="500" cy="40500"/>
            </a:xfrm>
            <a:custGeom>
              <a:avLst/>
              <a:gdLst/>
              <a:ahLst/>
              <a:cxnLst/>
              <a:rect l="l" t="t" r="r" b="b"/>
              <a:pathLst>
                <a:path w="20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19" y="158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58"/>
            <p:cNvSpPr/>
            <p:nvPr/>
          </p:nvSpPr>
          <p:spPr>
            <a:xfrm>
              <a:off x="2868750" y="2931225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0" y="0"/>
                  </a:moveTo>
                  <a:lnTo>
                    <a:pt x="0" y="1564"/>
                  </a:lnTo>
                  <a:lnTo>
                    <a:pt x="19" y="1545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58"/>
            <p:cNvSpPr/>
            <p:nvPr/>
          </p:nvSpPr>
          <p:spPr>
            <a:xfrm>
              <a:off x="2869200" y="2932150"/>
              <a:ext cx="975" cy="37700"/>
            </a:xfrm>
            <a:custGeom>
              <a:avLst/>
              <a:gdLst/>
              <a:ahLst/>
              <a:cxnLst/>
              <a:rect l="l" t="t" r="r" b="b"/>
              <a:pathLst>
                <a:path w="39" h="1508" extrusionOk="0">
                  <a:moveTo>
                    <a:pt x="1" y="1"/>
                  </a:moveTo>
                  <a:lnTo>
                    <a:pt x="1" y="1508"/>
                  </a:lnTo>
                  <a:lnTo>
                    <a:pt x="38" y="1489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8"/>
            <p:cNvSpPr/>
            <p:nvPr/>
          </p:nvSpPr>
          <p:spPr>
            <a:xfrm>
              <a:off x="2870150" y="2932625"/>
              <a:ext cx="475" cy="36775"/>
            </a:xfrm>
            <a:custGeom>
              <a:avLst/>
              <a:gdLst/>
              <a:ahLst/>
              <a:cxnLst/>
              <a:rect l="l" t="t" r="r" b="b"/>
              <a:pathLst>
                <a:path w="19" h="1471" extrusionOk="0">
                  <a:moveTo>
                    <a:pt x="0" y="0"/>
                  </a:moveTo>
                  <a:lnTo>
                    <a:pt x="0" y="1470"/>
                  </a:lnTo>
                  <a:lnTo>
                    <a:pt x="19" y="145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58"/>
            <p:cNvSpPr/>
            <p:nvPr/>
          </p:nvSpPr>
          <p:spPr>
            <a:xfrm>
              <a:off x="28706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19" y="141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58"/>
            <p:cNvSpPr/>
            <p:nvPr/>
          </p:nvSpPr>
          <p:spPr>
            <a:xfrm>
              <a:off x="2871075" y="2933550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0" y="0"/>
                  </a:moveTo>
                  <a:lnTo>
                    <a:pt x="0" y="1396"/>
                  </a:lnTo>
                  <a:lnTo>
                    <a:pt x="19" y="137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58"/>
            <p:cNvSpPr/>
            <p:nvPr/>
          </p:nvSpPr>
          <p:spPr>
            <a:xfrm>
              <a:off x="2871550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0" y="1"/>
                  </a:moveTo>
                  <a:lnTo>
                    <a:pt x="0" y="1360"/>
                  </a:lnTo>
                  <a:lnTo>
                    <a:pt x="19" y="1322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58"/>
            <p:cNvSpPr/>
            <p:nvPr/>
          </p:nvSpPr>
          <p:spPr>
            <a:xfrm>
              <a:off x="287200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1"/>
                  </a:moveTo>
                  <a:lnTo>
                    <a:pt x="1" y="1303"/>
                  </a:lnTo>
                  <a:lnTo>
                    <a:pt x="19" y="1285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58"/>
            <p:cNvSpPr/>
            <p:nvPr/>
          </p:nvSpPr>
          <p:spPr>
            <a:xfrm>
              <a:off x="2872475" y="2935400"/>
              <a:ext cx="950" cy="31200"/>
            </a:xfrm>
            <a:custGeom>
              <a:avLst/>
              <a:gdLst/>
              <a:ahLst/>
              <a:cxnLst/>
              <a:rect l="l" t="t" r="r" b="b"/>
              <a:pathLst>
                <a:path w="38" h="1248" extrusionOk="0">
                  <a:moveTo>
                    <a:pt x="0" y="1"/>
                  </a:moveTo>
                  <a:lnTo>
                    <a:pt x="0" y="1248"/>
                  </a:lnTo>
                  <a:lnTo>
                    <a:pt x="37" y="1229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58"/>
            <p:cNvSpPr/>
            <p:nvPr/>
          </p:nvSpPr>
          <p:spPr>
            <a:xfrm>
              <a:off x="2873400" y="2935875"/>
              <a:ext cx="500" cy="30275"/>
            </a:xfrm>
            <a:custGeom>
              <a:avLst/>
              <a:gdLst/>
              <a:ahLst/>
              <a:cxnLst/>
              <a:rect l="l" t="t" r="r" b="b"/>
              <a:pathLst>
                <a:path w="20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58"/>
            <p:cNvSpPr/>
            <p:nvPr/>
          </p:nvSpPr>
          <p:spPr>
            <a:xfrm>
              <a:off x="2873875" y="2936350"/>
              <a:ext cx="475" cy="29325"/>
            </a:xfrm>
            <a:custGeom>
              <a:avLst/>
              <a:gdLst/>
              <a:ahLst/>
              <a:cxnLst/>
              <a:rect l="l" t="t" r="r" b="b"/>
              <a:pathLst>
                <a:path w="19" h="1173" extrusionOk="0">
                  <a:moveTo>
                    <a:pt x="0" y="0"/>
                  </a:moveTo>
                  <a:lnTo>
                    <a:pt x="0" y="1173"/>
                  </a:lnTo>
                  <a:lnTo>
                    <a:pt x="19" y="115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58"/>
            <p:cNvSpPr/>
            <p:nvPr/>
          </p:nvSpPr>
          <p:spPr>
            <a:xfrm>
              <a:off x="2874325" y="2936800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" y="1"/>
                  </a:moveTo>
                  <a:lnTo>
                    <a:pt x="1" y="1136"/>
                  </a:lnTo>
                  <a:lnTo>
                    <a:pt x="19" y="1117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58"/>
            <p:cNvSpPr/>
            <p:nvPr/>
          </p:nvSpPr>
          <p:spPr>
            <a:xfrm>
              <a:off x="2874800" y="2937275"/>
              <a:ext cx="475" cy="27475"/>
            </a:xfrm>
            <a:custGeom>
              <a:avLst/>
              <a:gdLst/>
              <a:ahLst/>
              <a:cxnLst/>
              <a:rect l="l" t="t" r="r" b="b"/>
              <a:pathLst>
                <a:path w="19" h="1099" extrusionOk="0">
                  <a:moveTo>
                    <a:pt x="0" y="0"/>
                  </a:moveTo>
                  <a:lnTo>
                    <a:pt x="0" y="1098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58"/>
            <p:cNvSpPr/>
            <p:nvPr/>
          </p:nvSpPr>
          <p:spPr>
            <a:xfrm>
              <a:off x="2875250" y="2937725"/>
              <a:ext cx="500" cy="26100"/>
            </a:xfrm>
            <a:custGeom>
              <a:avLst/>
              <a:gdLst/>
              <a:ahLst/>
              <a:cxnLst/>
              <a:rect l="l" t="t" r="r" b="b"/>
              <a:pathLst>
                <a:path w="20" h="1044" extrusionOk="0">
                  <a:moveTo>
                    <a:pt x="1" y="1"/>
                  </a:moveTo>
                  <a:lnTo>
                    <a:pt x="1" y="1043"/>
                  </a:lnTo>
                  <a:lnTo>
                    <a:pt x="20" y="1024"/>
                  </a:lnTo>
                  <a:lnTo>
                    <a:pt x="20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58"/>
            <p:cNvSpPr/>
            <p:nvPr/>
          </p:nvSpPr>
          <p:spPr>
            <a:xfrm>
              <a:off x="2875725" y="2938675"/>
              <a:ext cx="950" cy="24675"/>
            </a:xfrm>
            <a:custGeom>
              <a:avLst/>
              <a:gdLst/>
              <a:ahLst/>
              <a:cxnLst/>
              <a:rect l="l" t="t" r="r" b="b"/>
              <a:pathLst>
                <a:path w="38" h="987" extrusionOk="0">
                  <a:moveTo>
                    <a:pt x="1" y="0"/>
                  </a:moveTo>
                  <a:lnTo>
                    <a:pt x="1" y="986"/>
                  </a:lnTo>
                  <a:lnTo>
                    <a:pt x="38" y="96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58"/>
            <p:cNvSpPr/>
            <p:nvPr/>
          </p:nvSpPr>
          <p:spPr>
            <a:xfrm>
              <a:off x="28766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1" y="1"/>
                  </a:moveTo>
                  <a:lnTo>
                    <a:pt x="1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8"/>
            <p:cNvSpPr/>
            <p:nvPr/>
          </p:nvSpPr>
          <p:spPr>
            <a:xfrm>
              <a:off x="2877125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0" y="0"/>
                  </a:moveTo>
                  <a:lnTo>
                    <a:pt x="0" y="912"/>
                  </a:lnTo>
                  <a:lnTo>
                    <a:pt x="19" y="89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58"/>
            <p:cNvSpPr/>
            <p:nvPr/>
          </p:nvSpPr>
          <p:spPr>
            <a:xfrm>
              <a:off x="2877575" y="2940050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" y="1"/>
                  </a:moveTo>
                  <a:lnTo>
                    <a:pt x="1" y="876"/>
                  </a:lnTo>
                  <a:lnTo>
                    <a:pt x="20" y="857"/>
                  </a:lnTo>
                  <a:lnTo>
                    <a:pt x="20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8"/>
            <p:cNvSpPr/>
            <p:nvPr/>
          </p:nvSpPr>
          <p:spPr>
            <a:xfrm>
              <a:off x="287805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" y="1"/>
                  </a:moveTo>
                  <a:lnTo>
                    <a:pt x="1" y="838"/>
                  </a:lnTo>
                  <a:lnTo>
                    <a:pt x="19" y="80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58"/>
            <p:cNvSpPr/>
            <p:nvPr/>
          </p:nvSpPr>
          <p:spPr>
            <a:xfrm>
              <a:off x="2878525" y="2941000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0" y="0"/>
                  </a:moveTo>
                  <a:lnTo>
                    <a:pt x="0" y="782"/>
                  </a:lnTo>
                  <a:lnTo>
                    <a:pt x="19" y="763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58"/>
            <p:cNvSpPr/>
            <p:nvPr/>
          </p:nvSpPr>
          <p:spPr>
            <a:xfrm>
              <a:off x="2878975" y="2941925"/>
              <a:ext cx="975" cy="18175"/>
            </a:xfrm>
            <a:custGeom>
              <a:avLst/>
              <a:gdLst/>
              <a:ahLst/>
              <a:cxnLst/>
              <a:rect l="l" t="t" r="r" b="b"/>
              <a:pathLst>
                <a:path w="39" h="727" extrusionOk="0">
                  <a:moveTo>
                    <a:pt x="1" y="0"/>
                  </a:moveTo>
                  <a:lnTo>
                    <a:pt x="1" y="726"/>
                  </a:lnTo>
                  <a:lnTo>
                    <a:pt x="38" y="70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58"/>
            <p:cNvSpPr/>
            <p:nvPr/>
          </p:nvSpPr>
          <p:spPr>
            <a:xfrm>
              <a:off x="2879925" y="2942375"/>
              <a:ext cx="475" cy="17250"/>
            </a:xfrm>
            <a:custGeom>
              <a:avLst/>
              <a:gdLst/>
              <a:ahLst/>
              <a:cxnLst/>
              <a:rect l="l" t="t" r="r" b="b"/>
              <a:pathLst>
                <a:path w="19" h="690" extrusionOk="0">
                  <a:moveTo>
                    <a:pt x="0" y="1"/>
                  </a:moveTo>
                  <a:lnTo>
                    <a:pt x="0" y="690"/>
                  </a:lnTo>
                  <a:lnTo>
                    <a:pt x="19" y="671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58"/>
            <p:cNvSpPr/>
            <p:nvPr/>
          </p:nvSpPr>
          <p:spPr>
            <a:xfrm>
              <a:off x="2880375" y="2942850"/>
              <a:ext cx="500" cy="16300"/>
            </a:xfrm>
            <a:custGeom>
              <a:avLst/>
              <a:gdLst/>
              <a:ahLst/>
              <a:cxnLst/>
              <a:rect l="l" t="t" r="r" b="b"/>
              <a:pathLst>
                <a:path w="20" h="652" extrusionOk="0">
                  <a:moveTo>
                    <a:pt x="1" y="1"/>
                  </a:moveTo>
                  <a:lnTo>
                    <a:pt x="1" y="652"/>
                  </a:lnTo>
                  <a:lnTo>
                    <a:pt x="19" y="63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58"/>
            <p:cNvSpPr/>
            <p:nvPr/>
          </p:nvSpPr>
          <p:spPr>
            <a:xfrm>
              <a:off x="2880850" y="2943325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0" y="0"/>
                  </a:moveTo>
                  <a:lnTo>
                    <a:pt x="0" y="614"/>
                  </a:lnTo>
                  <a:lnTo>
                    <a:pt x="19" y="59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8"/>
            <p:cNvSpPr/>
            <p:nvPr/>
          </p:nvSpPr>
          <p:spPr>
            <a:xfrm>
              <a:off x="2881300" y="2943775"/>
              <a:ext cx="500" cy="14450"/>
            </a:xfrm>
            <a:custGeom>
              <a:avLst/>
              <a:gdLst/>
              <a:ahLst/>
              <a:cxnLst/>
              <a:rect l="l" t="t" r="r" b="b"/>
              <a:pathLst>
                <a:path w="20" h="578" extrusionOk="0">
                  <a:moveTo>
                    <a:pt x="1" y="1"/>
                  </a:moveTo>
                  <a:lnTo>
                    <a:pt x="1" y="578"/>
                  </a:lnTo>
                  <a:lnTo>
                    <a:pt x="19" y="54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58"/>
            <p:cNvSpPr/>
            <p:nvPr/>
          </p:nvSpPr>
          <p:spPr>
            <a:xfrm>
              <a:off x="28817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0" y="0"/>
                  </a:moveTo>
                  <a:lnTo>
                    <a:pt x="0" y="522"/>
                  </a:lnTo>
                  <a:lnTo>
                    <a:pt x="19" y="503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8"/>
            <p:cNvSpPr/>
            <p:nvPr/>
          </p:nvSpPr>
          <p:spPr>
            <a:xfrm>
              <a:off x="2882250" y="2945175"/>
              <a:ext cx="950" cy="11650"/>
            </a:xfrm>
            <a:custGeom>
              <a:avLst/>
              <a:gdLst/>
              <a:ahLst/>
              <a:cxnLst/>
              <a:rect l="l" t="t" r="r" b="b"/>
              <a:pathLst>
                <a:path w="38" h="466" extrusionOk="0">
                  <a:moveTo>
                    <a:pt x="0" y="1"/>
                  </a:moveTo>
                  <a:lnTo>
                    <a:pt x="0" y="466"/>
                  </a:lnTo>
                  <a:lnTo>
                    <a:pt x="37" y="447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58"/>
            <p:cNvSpPr/>
            <p:nvPr/>
          </p:nvSpPr>
          <p:spPr>
            <a:xfrm>
              <a:off x="2883175" y="2945650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58"/>
            <p:cNvSpPr/>
            <p:nvPr/>
          </p:nvSpPr>
          <p:spPr>
            <a:xfrm>
              <a:off x="288362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" y="1"/>
                  </a:moveTo>
                  <a:lnTo>
                    <a:pt x="1" y="392"/>
                  </a:lnTo>
                  <a:lnTo>
                    <a:pt x="20" y="37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58"/>
            <p:cNvSpPr/>
            <p:nvPr/>
          </p:nvSpPr>
          <p:spPr>
            <a:xfrm>
              <a:off x="2884100" y="2946575"/>
              <a:ext cx="500" cy="8875"/>
            </a:xfrm>
            <a:custGeom>
              <a:avLst/>
              <a:gdLst/>
              <a:ahLst/>
              <a:cxnLst/>
              <a:rect l="l" t="t" r="r" b="b"/>
              <a:pathLst>
                <a:path w="20" h="355" extrusionOk="0">
                  <a:moveTo>
                    <a:pt x="1" y="0"/>
                  </a:moveTo>
                  <a:lnTo>
                    <a:pt x="1" y="354"/>
                  </a:lnTo>
                  <a:lnTo>
                    <a:pt x="19" y="33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58"/>
            <p:cNvSpPr/>
            <p:nvPr/>
          </p:nvSpPr>
          <p:spPr>
            <a:xfrm>
              <a:off x="2884575" y="2947050"/>
              <a:ext cx="475" cy="7925"/>
            </a:xfrm>
            <a:custGeom>
              <a:avLst/>
              <a:gdLst/>
              <a:ahLst/>
              <a:cxnLst/>
              <a:rect l="l" t="t" r="r" b="b"/>
              <a:pathLst>
                <a:path w="19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9" y="27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8"/>
            <p:cNvSpPr/>
            <p:nvPr/>
          </p:nvSpPr>
          <p:spPr>
            <a:xfrm>
              <a:off x="2885025" y="2947500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" y="1"/>
                  </a:moveTo>
                  <a:lnTo>
                    <a:pt x="1" y="261"/>
                  </a:lnTo>
                  <a:lnTo>
                    <a:pt x="19" y="243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58"/>
            <p:cNvSpPr/>
            <p:nvPr/>
          </p:nvSpPr>
          <p:spPr>
            <a:xfrm>
              <a:off x="2885500" y="2948425"/>
              <a:ext cx="950" cy="5150"/>
            </a:xfrm>
            <a:custGeom>
              <a:avLst/>
              <a:gdLst/>
              <a:ahLst/>
              <a:cxnLst/>
              <a:rect l="l" t="t" r="r" b="b"/>
              <a:pathLst>
                <a:path w="38" h="206" extrusionOk="0">
                  <a:moveTo>
                    <a:pt x="0" y="1"/>
                  </a:moveTo>
                  <a:lnTo>
                    <a:pt x="0" y="206"/>
                  </a:lnTo>
                  <a:lnTo>
                    <a:pt x="38" y="187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58"/>
            <p:cNvSpPr/>
            <p:nvPr/>
          </p:nvSpPr>
          <p:spPr>
            <a:xfrm>
              <a:off x="2886425" y="2948900"/>
              <a:ext cx="500" cy="4225"/>
            </a:xfrm>
            <a:custGeom>
              <a:avLst/>
              <a:gdLst/>
              <a:ahLst/>
              <a:cxnLst/>
              <a:rect l="l" t="t" r="r" b="b"/>
              <a:pathLst>
                <a:path w="20" h="169" extrusionOk="0">
                  <a:moveTo>
                    <a:pt x="1" y="1"/>
                  </a:moveTo>
                  <a:lnTo>
                    <a:pt x="1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58"/>
            <p:cNvSpPr/>
            <p:nvPr/>
          </p:nvSpPr>
          <p:spPr>
            <a:xfrm>
              <a:off x="2886900" y="2949375"/>
              <a:ext cx="475" cy="3275"/>
            </a:xfrm>
            <a:custGeom>
              <a:avLst/>
              <a:gdLst/>
              <a:ahLst/>
              <a:cxnLst/>
              <a:rect l="l" t="t" r="r" b="b"/>
              <a:pathLst>
                <a:path w="19" h="131" extrusionOk="0">
                  <a:moveTo>
                    <a:pt x="0" y="0"/>
                  </a:moveTo>
                  <a:lnTo>
                    <a:pt x="0" y="130"/>
                  </a:lnTo>
                  <a:lnTo>
                    <a:pt x="19" y="11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8"/>
            <p:cNvSpPr/>
            <p:nvPr/>
          </p:nvSpPr>
          <p:spPr>
            <a:xfrm>
              <a:off x="2887350" y="2949825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" y="1"/>
                  </a:moveTo>
                  <a:lnTo>
                    <a:pt x="1" y="94"/>
                  </a:lnTo>
                  <a:lnTo>
                    <a:pt x="19" y="7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8"/>
            <p:cNvSpPr/>
            <p:nvPr/>
          </p:nvSpPr>
          <p:spPr>
            <a:xfrm>
              <a:off x="28878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0" y="0"/>
                  </a:moveTo>
                  <a:lnTo>
                    <a:pt x="0" y="5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8" name="Google Shape;1468;p58"/>
          <p:cNvSpPr/>
          <p:nvPr/>
        </p:nvSpPr>
        <p:spPr>
          <a:xfrm rot="10800000" flipH="1">
            <a:off x="226657" y="1559642"/>
            <a:ext cx="1143140" cy="114314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9" name="Google Shape;1469;p58"/>
          <p:cNvGrpSpPr/>
          <p:nvPr/>
        </p:nvGrpSpPr>
        <p:grpSpPr>
          <a:xfrm>
            <a:off x="7849517" y="1781996"/>
            <a:ext cx="2514088" cy="2081645"/>
            <a:chOff x="3573297" y="232872"/>
            <a:chExt cx="5470164" cy="4529254"/>
          </a:xfrm>
        </p:grpSpPr>
        <p:sp>
          <p:nvSpPr>
            <p:cNvPr id="1470" name="Google Shape;1470;p5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5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5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5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5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5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5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5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5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5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5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284102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5" name="Google Shape;1485;p59"/>
          <p:cNvGrpSpPr/>
          <p:nvPr/>
        </p:nvGrpSpPr>
        <p:grpSpPr>
          <a:xfrm flipH="1">
            <a:off x="5348310" y="-1350863"/>
            <a:ext cx="2872292" cy="2378232"/>
            <a:chOff x="2210400" y="2558550"/>
            <a:chExt cx="971025" cy="804000"/>
          </a:xfrm>
        </p:grpSpPr>
        <p:sp>
          <p:nvSpPr>
            <p:cNvPr id="1486" name="Google Shape;1486;p5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5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5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5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5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5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5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4" name="Google Shape;1494;p59"/>
          <p:cNvGrpSpPr/>
          <p:nvPr/>
        </p:nvGrpSpPr>
        <p:grpSpPr>
          <a:xfrm flipH="1">
            <a:off x="7286085" y="-251386"/>
            <a:ext cx="2872823" cy="2439739"/>
            <a:chOff x="4665875" y="2808650"/>
            <a:chExt cx="993850" cy="844025"/>
          </a:xfrm>
        </p:grpSpPr>
        <p:sp>
          <p:nvSpPr>
            <p:cNvPr id="1495" name="Google Shape;1495;p5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5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5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5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59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59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59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2" name="Google Shape;1502;p59"/>
          <p:cNvSpPr/>
          <p:nvPr/>
        </p:nvSpPr>
        <p:spPr>
          <a:xfrm>
            <a:off x="-633234" y="4480418"/>
            <a:ext cx="1260859" cy="1260859"/>
          </a:xfrm>
          <a:custGeom>
            <a:avLst/>
            <a:gdLst/>
            <a:ahLst/>
            <a:cxnLst/>
            <a:rect l="l" t="t" r="r" b="b"/>
            <a:pathLst>
              <a:path w="12657" h="12657" extrusionOk="0">
                <a:moveTo>
                  <a:pt x="6329" y="1"/>
                </a:moveTo>
                <a:lnTo>
                  <a:pt x="1" y="6328"/>
                </a:lnTo>
                <a:lnTo>
                  <a:pt x="6329" y="12656"/>
                </a:lnTo>
                <a:lnTo>
                  <a:pt x="12656" y="6328"/>
                </a:lnTo>
                <a:lnTo>
                  <a:pt x="6329" y="1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3" name="Google Shape;1503;p59"/>
          <p:cNvGrpSpPr/>
          <p:nvPr/>
        </p:nvGrpSpPr>
        <p:grpSpPr>
          <a:xfrm>
            <a:off x="-157629" y="4575200"/>
            <a:ext cx="1162705" cy="962710"/>
            <a:chOff x="2210400" y="2558550"/>
            <a:chExt cx="971025" cy="804000"/>
          </a:xfrm>
        </p:grpSpPr>
        <p:sp>
          <p:nvSpPr>
            <p:cNvPr id="1504" name="Google Shape;1504;p5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5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5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5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5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5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5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5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2" name="Google Shape;1512;p5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010780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4" name="Google Shape;1514;p60"/>
          <p:cNvGrpSpPr/>
          <p:nvPr/>
        </p:nvGrpSpPr>
        <p:grpSpPr>
          <a:xfrm flipH="1">
            <a:off x="-1132828" y="4229014"/>
            <a:ext cx="2872823" cy="2439739"/>
            <a:chOff x="4665875" y="2808650"/>
            <a:chExt cx="993850" cy="844025"/>
          </a:xfrm>
        </p:grpSpPr>
        <p:sp>
          <p:nvSpPr>
            <p:cNvPr id="1515" name="Google Shape;1515;p60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60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60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0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60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60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60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2" name="Google Shape;1522;p60"/>
          <p:cNvGrpSpPr/>
          <p:nvPr/>
        </p:nvGrpSpPr>
        <p:grpSpPr>
          <a:xfrm rot="10800000" flipH="1">
            <a:off x="6655329" y="-930979"/>
            <a:ext cx="3039902" cy="2940963"/>
            <a:chOff x="5440750" y="1669400"/>
            <a:chExt cx="971525" cy="939875"/>
          </a:xfrm>
        </p:grpSpPr>
        <p:sp>
          <p:nvSpPr>
            <p:cNvPr id="1523" name="Google Shape;1523;p60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60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60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60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60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0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60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60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60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0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60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0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60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60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60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60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60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60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0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60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60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60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60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60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60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60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60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60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60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60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60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60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60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60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60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60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60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60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60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60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60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60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60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60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60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60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60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60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60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60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60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60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60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60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60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0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60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60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60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60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60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60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60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60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60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60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0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60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60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60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60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60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60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60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60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60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60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60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60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60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60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60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60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60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60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60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0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60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60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60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60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60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60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60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60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60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60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60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60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0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60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60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60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60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60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60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60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60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60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60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60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60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60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60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60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60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2" name="Google Shape;1642;p60"/>
          <p:cNvGrpSpPr/>
          <p:nvPr/>
        </p:nvGrpSpPr>
        <p:grpSpPr>
          <a:xfrm flipH="1">
            <a:off x="8104285" y="1416237"/>
            <a:ext cx="2872292" cy="2378232"/>
            <a:chOff x="2210400" y="2558550"/>
            <a:chExt cx="971025" cy="804000"/>
          </a:xfrm>
        </p:grpSpPr>
        <p:sp>
          <p:nvSpPr>
            <p:cNvPr id="1643" name="Google Shape;1643;p60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60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60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60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60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60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60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60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1" name="Google Shape;1651;p60"/>
          <p:cNvSpPr/>
          <p:nvPr/>
        </p:nvSpPr>
        <p:spPr>
          <a:xfrm>
            <a:off x="8275080" y="64557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2" name="Google Shape;1652;p60"/>
          <p:cNvGrpSpPr/>
          <p:nvPr/>
        </p:nvGrpSpPr>
        <p:grpSpPr>
          <a:xfrm>
            <a:off x="8338699" y="3631379"/>
            <a:ext cx="1162531" cy="1161127"/>
            <a:chOff x="2651171" y="2397773"/>
            <a:chExt cx="2099568" cy="2097033"/>
          </a:xfrm>
        </p:grpSpPr>
        <p:sp>
          <p:nvSpPr>
            <p:cNvPr id="1653" name="Google Shape;1653;p6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6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5" name="Google Shape;1655;p60"/>
          <p:cNvSpPr/>
          <p:nvPr/>
        </p:nvSpPr>
        <p:spPr>
          <a:xfrm flipH="1">
            <a:off x="7466496" y="-478036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6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7752759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6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659" name="Google Shape;1659;p61"/>
          <p:cNvGrpSpPr/>
          <p:nvPr/>
        </p:nvGrpSpPr>
        <p:grpSpPr>
          <a:xfrm>
            <a:off x="7508360" y="3749587"/>
            <a:ext cx="2872292" cy="2378232"/>
            <a:chOff x="2210400" y="2558550"/>
            <a:chExt cx="971025" cy="804000"/>
          </a:xfrm>
        </p:grpSpPr>
        <p:sp>
          <p:nvSpPr>
            <p:cNvPr id="1660" name="Google Shape;1660;p6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6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6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6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6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6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6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6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8" name="Google Shape;1668;p61"/>
          <p:cNvGrpSpPr/>
          <p:nvPr/>
        </p:nvGrpSpPr>
        <p:grpSpPr>
          <a:xfrm>
            <a:off x="-351215" y="4183231"/>
            <a:ext cx="1142271" cy="1145681"/>
            <a:chOff x="6167975" y="2118400"/>
            <a:chExt cx="150775" cy="151225"/>
          </a:xfrm>
        </p:grpSpPr>
        <p:sp>
          <p:nvSpPr>
            <p:cNvPr id="1669" name="Google Shape;1669;p61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61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1" name="Google Shape;1671;p61"/>
          <p:cNvGrpSpPr/>
          <p:nvPr/>
        </p:nvGrpSpPr>
        <p:grpSpPr>
          <a:xfrm>
            <a:off x="-458351" y="3512654"/>
            <a:ext cx="1162531" cy="1161127"/>
            <a:chOff x="2651171" y="2397773"/>
            <a:chExt cx="2099568" cy="2097033"/>
          </a:xfrm>
        </p:grpSpPr>
        <p:sp>
          <p:nvSpPr>
            <p:cNvPr id="1672" name="Google Shape;1672;p61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61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4" name="Google Shape;1674;p61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61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025912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7" name="Google Shape;1677;p62"/>
          <p:cNvGrpSpPr/>
          <p:nvPr/>
        </p:nvGrpSpPr>
        <p:grpSpPr>
          <a:xfrm>
            <a:off x="-1805843" y="2671162"/>
            <a:ext cx="3525470" cy="3874833"/>
            <a:chOff x="5440750" y="1541475"/>
            <a:chExt cx="971525" cy="1067800"/>
          </a:xfrm>
        </p:grpSpPr>
        <p:sp>
          <p:nvSpPr>
            <p:cNvPr id="1678" name="Google Shape;1678;p62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62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62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2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62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2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62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2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62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62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62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62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2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1" name="Google Shape;1691;p62"/>
          <p:cNvGrpSpPr/>
          <p:nvPr/>
        </p:nvGrpSpPr>
        <p:grpSpPr>
          <a:xfrm>
            <a:off x="6067317" y="-969454"/>
            <a:ext cx="2514088" cy="2081645"/>
            <a:chOff x="3573297" y="232872"/>
            <a:chExt cx="5470164" cy="4529254"/>
          </a:xfrm>
        </p:grpSpPr>
        <p:sp>
          <p:nvSpPr>
            <p:cNvPr id="1692" name="Google Shape;1692;p62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62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2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62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62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62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2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62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62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62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2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2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2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2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6" name="Google Shape;1706;p62"/>
          <p:cNvGrpSpPr/>
          <p:nvPr/>
        </p:nvGrpSpPr>
        <p:grpSpPr>
          <a:xfrm>
            <a:off x="8257799" y="-41071"/>
            <a:ext cx="1162531" cy="1161127"/>
            <a:chOff x="7253149" y="3334154"/>
            <a:chExt cx="1162531" cy="1161127"/>
          </a:xfrm>
        </p:grpSpPr>
        <p:sp>
          <p:nvSpPr>
            <p:cNvPr id="1707" name="Google Shape;1707;p62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8" name="Google Shape;1708;p62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1709" name="Google Shape;1709;p62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62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FFFF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11" name="Google Shape;1711;p62"/>
          <p:cNvGrpSpPr/>
          <p:nvPr/>
        </p:nvGrpSpPr>
        <p:grpSpPr>
          <a:xfrm>
            <a:off x="7250692" y="3907621"/>
            <a:ext cx="2514088" cy="2081645"/>
            <a:chOff x="3573297" y="232872"/>
            <a:chExt cx="5470164" cy="4529254"/>
          </a:xfrm>
        </p:grpSpPr>
        <p:sp>
          <p:nvSpPr>
            <p:cNvPr id="1712" name="Google Shape;1712;p62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2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2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62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62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2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62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62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62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2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62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62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62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2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6" name="Google Shape;1726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758579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3"/>
          <p:cNvSpPr txBox="1">
            <a:spLocks noGrp="1"/>
          </p:cNvSpPr>
          <p:nvPr>
            <p:ph type="title"/>
          </p:nvPr>
        </p:nvSpPr>
        <p:spPr>
          <a:xfrm>
            <a:off x="713213" y="1509888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29" name="Google Shape;1729;p63"/>
          <p:cNvSpPr txBox="1">
            <a:spLocks noGrp="1"/>
          </p:cNvSpPr>
          <p:nvPr>
            <p:ph type="title" idx="2"/>
          </p:nvPr>
        </p:nvSpPr>
        <p:spPr>
          <a:xfrm>
            <a:off x="7727388" y="1509888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30" name="Google Shape;1730;p63"/>
          <p:cNvSpPr txBox="1">
            <a:spLocks noGrp="1"/>
          </p:cNvSpPr>
          <p:nvPr>
            <p:ph type="title" idx="3"/>
          </p:nvPr>
        </p:nvSpPr>
        <p:spPr>
          <a:xfrm>
            <a:off x="7724000" y="2661225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31" name="Google Shape;1731;p63"/>
          <p:cNvSpPr txBox="1">
            <a:spLocks noGrp="1"/>
          </p:cNvSpPr>
          <p:nvPr>
            <p:ph type="title" idx="4"/>
          </p:nvPr>
        </p:nvSpPr>
        <p:spPr>
          <a:xfrm>
            <a:off x="7719375" y="3790950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32" name="Google Shape;1732;p63"/>
          <p:cNvSpPr txBox="1">
            <a:spLocks noGrp="1"/>
          </p:cNvSpPr>
          <p:nvPr>
            <p:ph type="subTitle" idx="1"/>
          </p:nvPr>
        </p:nvSpPr>
        <p:spPr>
          <a:xfrm>
            <a:off x="1482702" y="1509900"/>
            <a:ext cx="192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3" name="Google Shape;1733;p63"/>
          <p:cNvSpPr txBox="1">
            <a:spLocks noGrp="1"/>
          </p:cNvSpPr>
          <p:nvPr>
            <p:ph type="subTitle" idx="5"/>
          </p:nvPr>
        </p:nvSpPr>
        <p:spPr>
          <a:xfrm>
            <a:off x="1481625" y="3790950"/>
            <a:ext cx="192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4" name="Google Shape;1734;p63"/>
          <p:cNvSpPr txBox="1">
            <a:spLocks noGrp="1"/>
          </p:cNvSpPr>
          <p:nvPr>
            <p:ph type="subTitle" idx="6"/>
          </p:nvPr>
        </p:nvSpPr>
        <p:spPr>
          <a:xfrm>
            <a:off x="1485495" y="2661231"/>
            <a:ext cx="192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5" name="Google Shape;1735;p63"/>
          <p:cNvSpPr txBox="1">
            <a:spLocks noGrp="1"/>
          </p:cNvSpPr>
          <p:nvPr>
            <p:ph type="subTitle" idx="7"/>
          </p:nvPr>
        </p:nvSpPr>
        <p:spPr>
          <a:xfrm>
            <a:off x="5728825" y="3790950"/>
            <a:ext cx="19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6" name="Google Shape;1736;p63"/>
          <p:cNvSpPr txBox="1">
            <a:spLocks noGrp="1"/>
          </p:cNvSpPr>
          <p:nvPr>
            <p:ph type="subTitle" idx="8"/>
          </p:nvPr>
        </p:nvSpPr>
        <p:spPr>
          <a:xfrm>
            <a:off x="5729900" y="1509900"/>
            <a:ext cx="19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7" name="Google Shape;1737;p63"/>
          <p:cNvSpPr txBox="1">
            <a:spLocks noGrp="1"/>
          </p:cNvSpPr>
          <p:nvPr>
            <p:ph type="subTitle" idx="9"/>
          </p:nvPr>
        </p:nvSpPr>
        <p:spPr>
          <a:xfrm>
            <a:off x="5732687" y="2661231"/>
            <a:ext cx="19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38" name="Google Shape;1738;p63"/>
          <p:cNvGrpSpPr/>
          <p:nvPr/>
        </p:nvGrpSpPr>
        <p:grpSpPr>
          <a:xfrm>
            <a:off x="4311119" y="-2147399"/>
            <a:ext cx="3525470" cy="2917646"/>
            <a:chOff x="5440750" y="1669400"/>
            <a:chExt cx="971525" cy="804025"/>
          </a:xfrm>
        </p:grpSpPr>
        <p:sp>
          <p:nvSpPr>
            <p:cNvPr id="1739" name="Google Shape;1739;p63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63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63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63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63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63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63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63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63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63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63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0" name="Google Shape;1750;p63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1" name="Google Shape;1751;p63"/>
          <p:cNvGrpSpPr/>
          <p:nvPr/>
        </p:nvGrpSpPr>
        <p:grpSpPr>
          <a:xfrm rot="10800000" flipH="1">
            <a:off x="8147637" y="-217954"/>
            <a:ext cx="1162531" cy="1161127"/>
            <a:chOff x="2651171" y="2397773"/>
            <a:chExt cx="2099568" cy="2097033"/>
          </a:xfrm>
        </p:grpSpPr>
        <p:sp>
          <p:nvSpPr>
            <p:cNvPr id="1752" name="Google Shape;1752;p6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6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4" name="Google Shape;1754;p63"/>
          <p:cNvGrpSpPr/>
          <p:nvPr/>
        </p:nvGrpSpPr>
        <p:grpSpPr>
          <a:xfrm>
            <a:off x="-1805843" y="3135376"/>
            <a:ext cx="3525470" cy="3410618"/>
            <a:chOff x="5440750" y="1669400"/>
            <a:chExt cx="971525" cy="939875"/>
          </a:xfrm>
        </p:grpSpPr>
        <p:sp>
          <p:nvSpPr>
            <p:cNvPr id="1755" name="Google Shape;1755;p63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63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63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63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3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3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63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63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63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63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63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63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7" name="Google Shape;1767;p63"/>
          <p:cNvSpPr txBox="1">
            <a:spLocks noGrp="1"/>
          </p:cNvSpPr>
          <p:nvPr>
            <p:ph type="title" idx="13"/>
          </p:nvPr>
        </p:nvSpPr>
        <p:spPr>
          <a:xfrm>
            <a:off x="716550" y="2661225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68" name="Google Shape;1768;p63"/>
          <p:cNvSpPr txBox="1">
            <a:spLocks noGrp="1"/>
          </p:cNvSpPr>
          <p:nvPr>
            <p:ph type="title" idx="14"/>
          </p:nvPr>
        </p:nvSpPr>
        <p:spPr>
          <a:xfrm>
            <a:off x="721225" y="3790950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69" name="Google Shape;1769;p63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074100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6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772" name="Google Shape;1772;p64"/>
          <p:cNvGrpSpPr/>
          <p:nvPr/>
        </p:nvGrpSpPr>
        <p:grpSpPr>
          <a:xfrm rot="10800000">
            <a:off x="7561735" y="-680374"/>
            <a:ext cx="2872292" cy="2378232"/>
            <a:chOff x="2210400" y="2558550"/>
            <a:chExt cx="971025" cy="804000"/>
          </a:xfrm>
        </p:grpSpPr>
        <p:sp>
          <p:nvSpPr>
            <p:cNvPr id="1773" name="Google Shape;1773;p6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6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6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6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6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6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1" name="Google Shape;1781;p64"/>
          <p:cNvSpPr/>
          <p:nvPr/>
        </p:nvSpPr>
        <p:spPr>
          <a:xfrm rot="10800000">
            <a:off x="7466496" y="-311282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2" name="Google Shape;1782;p64"/>
          <p:cNvGrpSpPr/>
          <p:nvPr/>
        </p:nvGrpSpPr>
        <p:grpSpPr>
          <a:xfrm flipH="1">
            <a:off x="-1012615" y="3033039"/>
            <a:ext cx="2872823" cy="2439739"/>
            <a:chOff x="4665875" y="2808650"/>
            <a:chExt cx="993850" cy="844025"/>
          </a:xfrm>
        </p:grpSpPr>
        <p:sp>
          <p:nvSpPr>
            <p:cNvPr id="1783" name="Google Shape;1783;p64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64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4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64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64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64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4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0" name="Google Shape;1790;p64"/>
          <p:cNvGrpSpPr/>
          <p:nvPr/>
        </p:nvGrpSpPr>
        <p:grpSpPr>
          <a:xfrm flipH="1">
            <a:off x="8342349" y="3831750"/>
            <a:ext cx="1065402" cy="1065402"/>
            <a:chOff x="6199274" y="1854707"/>
            <a:chExt cx="161925" cy="161925"/>
          </a:xfrm>
        </p:grpSpPr>
        <p:sp>
          <p:nvSpPr>
            <p:cNvPr id="1791" name="Google Shape;1791;p64"/>
            <p:cNvSpPr/>
            <p:nvPr/>
          </p:nvSpPr>
          <p:spPr>
            <a:xfrm>
              <a:off x="6199274" y="1854707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64"/>
            <p:cNvSpPr/>
            <p:nvPr/>
          </p:nvSpPr>
          <p:spPr>
            <a:xfrm>
              <a:off x="6227649" y="1883082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3" name="Google Shape;1793;p64"/>
          <p:cNvSpPr/>
          <p:nvPr/>
        </p:nvSpPr>
        <p:spPr>
          <a:xfrm flipH="1">
            <a:off x="8301249" y="4362922"/>
            <a:ext cx="623153" cy="62501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877917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Title only 13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65"/>
          <p:cNvSpPr>
            <a:spLocks noGrp="1"/>
          </p:cNvSpPr>
          <p:nvPr>
            <p:ph type="pic" idx="2"/>
          </p:nvPr>
        </p:nvSpPr>
        <p:spPr>
          <a:xfrm>
            <a:off x="3376850" y="2218650"/>
            <a:ext cx="2389800" cy="2389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796" name="Google Shape;1796;p65"/>
          <p:cNvGrpSpPr/>
          <p:nvPr/>
        </p:nvGrpSpPr>
        <p:grpSpPr>
          <a:xfrm flipH="1">
            <a:off x="7561735" y="-249776"/>
            <a:ext cx="2872292" cy="2378232"/>
            <a:chOff x="2210400" y="2558550"/>
            <a:chExt cx="971025" cy="804000"/>
          </a:xfrm>
        </p:grpSpPr>
        <p:sp>
          <p:nvSpPr>
            <p:cNvPr id="1797" name="Google Shape;1797;p65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5" name="Google Shape;1805;p65"/>
          <p:cNvSpPr/>
          <p:nvPr/>
        </p:nvSpPr>
        <p:spPr>
          <a:xfrm flipH="1">
            <a:off x="7466496" y="-68037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6" name="Google Shape;1806;p65"/>
          <p:cNvGrpSpPr/>
          <p:nvPr/>
        </p:nvGrpSpPr>
        <p:grpSpPr>
          <a:xfrm flipH="1">
            <a:off x="7561735" y="-249776"/>
            <a:ext cx="2872292" cy="2378232"/>
            <a:chOff x="2210400" y="2558550"/>
            <a:chExt cx="971025" cy="804000"/>
          </a:xfrm>
        </p:grpSpPr>
        <p:sp>
          <p:nvSpPr>
            <p:cNvPr id="1807" name="Google Shape;1807;p65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5" name="Google Shape;1815;p65"/>
          <p:cNvSpPr/>
          <p:nvPr/>
        </p:nvSpPr>
        <p:spPr>
          <a:xfrm flipH="1">
            <a:off x="7466496" y="-68037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6" name="Google Shape;1816;p65"/>
          <p:cNvGrpSpPr/>
          <p:nvPr/>
        </p:nvGrpSpPr>
        <p:grpSpPr>
          <a:xfrm>
            <a:off x="4311119" y="-2147399"/>
            <a:ext cx="3525470" cy="2917646"/>
            <a:chOff x="5440750" y="1669400"/>
            <a:chExt cx="971525" cy="804025"/>
          </a:xfrm>
        </p:grpSpPr>
        <p:sp>
          <p:nvSpPr>
            <p:cNvPr id="1817" name="Google Shape;1817;p6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8" name="Google Shape;1828;p6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285062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Title only 14"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6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831" name="Google Shape;1831;p66"/>
          <p:cNvGrpSpPr/>
          <p:nvPr/>
        </p:nvGrpSpPr>
        <p:grpSpPr>
          <a:xfrm>
            <a:off x="-1565340" y="766039"/>
            <a:ext cx="2872823" cy="2439739"/>
            <a:chOff x="4665875" y="2808650"/>
            <a:chExt cx="993850" cy="844025"/>
          </a:xfrm>
        </p:grpSpPr>
        <p:sp>
          <p:nvSpPr>
            <p:cNvPr id="1832" name="Google Shape;1832;p6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6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6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6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6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66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66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9" name="Google Shape;1839;p66"/>
          <p:cNvGrpSpPr/>
          <p:nvPr/>
        </p:nvGrpSpPr>
        <p:grpSpPr>
          <a:xfrm flipH="1">
            <a:off x="-447444" y="3"/>
            <a:ext cx="925193" cy="766051"/>
            <a:chOff x="2210400" y="2558550"/>
            <a:chExt cx="971025" cy="804000"/>
          </a:xfrm>
        </p:grpSpPr>
        <p:sp>
          <p:nvSpPr>
            <p:cNvPr id="1840" name="Google Shape;1840;p6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6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6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6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6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6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6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6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8" name="Google Shape;1848;p66"/>
          <p:cNvGrpSpPr/>
          <p:nvPr/>
        </p:nvGrpSpPr>
        <p:grpSpPr>
          <a:xfrm>
            <a:off x="7883760" y="3592664"/>
            <a:ext cx="2872823" cy="2439739"/>
            <a:chOff x="4665875" y="2808650"/>
            <a:chExt cx="993850" cy="844025"/>
          </a:xfrm>
        </p:grpSpPr>
        <p:sp>
          <p:nvSpPr>
            <p:cNvPr id="1849" name="Google Shape;1849;p6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6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6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6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6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66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66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468719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5">
  <p:cSld name="Title only 15"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6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858" name="Google Shape;1858;p67"/>
          <p:cNvSpPr/>
          <p:nvPr/>
        </p:nvSpPr>
        <p:spPr>
          <a:xfrm flipH="1">
            <a:off x="-2268295" y="3051319"/>
            <a:ext cx="3365079" cy="3363186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67"/>
          <p:cNvSpPr/>
          <p:nvPr/>
        </p:nvSpPr>
        <p:spPr>
          <a:xfrm flipH="1">
            <a:off x="8457049" y="1889805"/>
            <a:ext cx="1260859" cy="1260859"/>
          </a:xfrm>
          <a:custGeom>
            <a:avLst/>
            <a:gdLst/>
            <a:ahLst/>
            <a:cxnLst/>
            <a:rect l="l" t="t" r="r" b="b"/>
            <a:pathLst>
              <a:path w="12657" h="12657" extrusionOk="0">
                <a:moveTo>
                  <a:pt x="6329" y="1"/>
                </a:moveTo>
                <a:lnTo>
                  <a:pt x="1" y="6328"/>
                </a:lnTo>
                <a:lnTo>
                  <a:pt x="6329" y="12656"/>
                </a:lnTo>
                <a:lnTo>
                  <a:pt x="12656" y="6328"/>
                </a:lnTo>
                <a:lnTo>
                  <a:pt x="6329" y="1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67"/>
          <p:cNvSpPr/>
          <p:nvPr/>
        </p:nvSpPr>
        <p:spPr>
          <a:xfrm flipH="1">
            <a:off x="-748033" y="4019104"/>
            <a:ext cx="1427618" cy="1427618"/>
          </a:xfrm>
          <a:custGeom>
            <a:avLst/>
            <a:gdLst/>
            <a:ahLst/>
            <a:cxnLst/>
            <a:rect l="l" t="t" r="r" b="b"/>
            <a:pathLst>
              <a:path w="14331" h="14331" extrusionOk="0">
                <a:moveTo>
                  <a:pt x="7165" y="1"/>
                </a:moveTo>
                <a:lnTo>
                  <a:pt x="0" y="7166"/>
                </a:lnTo>
                <a:lnTo>
                  <a:pt x="7165" y="14331"/>
                </a:lnTo>
                <a:lnTo>
                  <a:pt x="14331" y="7166"/>
                </a:lnTo>
                <a:lnTo>
                  <a:pt x="7165" y="1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67"/>
          <p:cNvSpPr/>
          <p:nvPr/>
        </p:nvSpPr>
        <p:spPr>
          <a:xfrm flipH="1">
            <a:off x="-770248" y="3998683"/>
            <a:ext cx="1470255" cy="1470354"/>
          </a:xfrm>
          <a:custGeom>
            <a:avLst/>
            <a:gdLst/>
            <a:ahLst/>
            <a:cxnLst/>
            <a:rect l="l" t="t" r="r" b="b"/>
            <a:pathLst>
              <a:path w="14759" h="14760" extrusionOk="0">
                <a:moveTo>
                  <a:pt x="429" y="7371"/>
                </a:moveTo>
                <a:lnTo>
                  <a:pt x="7370" y="14331"/>
                </a:lnTo>
                <a:lnTo>
                  <a:pt x="14331" y="7371"/>
                </a:lnTo>
                <a:lnTo>
                  <a:pt x="7370" y="429"/>
                </a:lnTo>
                <a:close/>
                <a:moveTo>
                  <a:pt x="7370" y="14759"/>
                </a:moveTo>
                <a:lnTo>
                  <a:pt x="1" y="7371"/>
                </a:lnTo>
                <a:lnTo>
                  <a:pt x="7370" y="1"/>
                </a:lnTo>
                <a:lnTo>
                  <a:pt x="14759" y="737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67"/>
          <p:cNvSpPr/>
          <p:nvPr/>
        </p:nvSpPr>
        <p:spPr>
          <a:xfrm flipH="1">
            <a:off x="-503273" y="4265658"/>
            <a:ext cx="936305" cy="936404"/>
          </a:xfrm>
          <a:custGeom>
            <a:avLst/>
            <a:gdLst/>
            <a:ahLst/>
            <a:cxnLst/>
            <a:rect l="l" t="t" r="r" b="b"/>
            <a:pathLst>
              <a:path w="9399" h="9400" extrusionOk="0">
                <a:moveTo>
                  <a:pt x="447" y="4691"/>
                </a:moveTo>
                <a:lnTo>
                  <a:pt x="4690" y="8953"/>
                </a:lnTo>
                <a:lnTo>
                  <a:pt x="8952" y="4691"/>
                </a:lnTo>
                <a:lnTo>
                  <a:pt x="4690" y="448"/>
                </a:lnTo>
                <a:close/>
                <a:moveTo>
                  <a:pt x="4690" y="9399"/>
                </a:moveTo>
                <a:lnTo>
                  <a:pt x="0" y="4691"/>
                </a:lnTo>
                <a:lnTo>
                  <a:pt x="4690" y="1"/>
                </a:lnTo>
                <a:lnTo>
                  <a:pt x="9399" y="469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3" name="Google Shape;1863;p67"/>
          <p:cNvGrpSpPr/>
          <p:nvPr/>
        </p:nvGrpSpPr>
        <p:grpSpPr>
          <a:xfrm flipH="1">
            <a:off x="8555197" y="1356038"/>
            <a:ext cx="1162705" cy="962710"/>
            <a:chOff x="2210400" y="2558550"/>
            <a:chExt cx="971025" cy="804000"/>
          </a:xfrm>
        </p:grpSpPr>
        <p:sp>
          <p:nvSpPr>
            <p:cNvPr id="1864" name="Google Shape;1864;p6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6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6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6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6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6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6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6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2" name="Google Shape;1872;p67"/>
          <p:cNvGrpSpPr/>
          <p:nvPr/>
        </p:nvGrpSpPr>
        <p:grpSpPr>
          <a:xfrm flipH="1">
            <a:off x="7760215" y="3153226"/>
            <a:ext cx="3563418" cy="3276021"/>
            <a:chOff x="4765450" y="2817950"/>
            <a:chExt cx="894275" cy="822150"/>
          </a:xfrm>
        </p:grpSpPr>
        <p:sp>
          <p:nvSpPr>
            <p:cNvPr id="1873" name="Google Shape;1873;p67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67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67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67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2878093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6">
  <p:cSld name="Title only 16"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6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879" name="Google Shape;1879;p68"/>
          <p:cNvGrpSpPr/>
          <p:nvPr/>
        </p:nvGrpSpPr>
        <p:grpSpPr>
          <a:xfrm flipH="1">
            <a:off x="-843740" y="3081101"/>
            <a:ext cx="2872823" cy="2439739"/>
            <a:chOff x="4665875" y="2808650"/>
            <a:chExt cx="993850" cy="844025"/>
          </a:xfrm>
        </p:grpSpPr>
        <p:sp>
          <p:nvSpPr>
            <p:cNvPr id="1880" name="Google Shape;1880;p68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68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68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68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68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68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68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7" name="Google Shape;1887;p68"/>
          <p:cNvGrpSpPr/>
          <p:nvPr/>
        </p:nvGrpSpPr>
        <p:grpSpPr>
          <a:xfrm flipH="1">
            <a:off x="-1749240" y="953937"/>
            <a:ext cx="2872292" cy="2378232"/>
            <a:chOff x="2210400" y="2558550"/>
            <a:chExt cx="971025" cy="804000"/>
          </a:xfrm>
        </p:grpSpPr>
        <p:sp>
          <p:nvSpPr>
            <p:cNvPr id="1888" name="Google Shape;1888;p68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68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68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68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68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68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68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68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6" name="Google Shape;1896;p68"/>
          <p:cNvSpPr/>
          <p:nvPr/>
        </p:nvSpPr>
        <p:spPr>
          <a:xfrm flipH="1">
            <a:off x="-1533654" y="503176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68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68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674888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7">
  <p:cSld name="Title only 17"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0" name="Google Shape;1900;p69"/>
          <p:cNvGrpSpPr/>
          <p:nvPr/>
        </p:nvGrpSpPr>
        <p:grpSpPr>
          <a:xfrm flipH="1">
            <a:off x="-1045390" y="3721199"/>
            <a:ext cx="2872292" cy="2378232"/>
            <a:chOff x="2210400" y="2558550"/>
            <a:chExt cx="971025" cy="804000"/>
          </a:xfrm>
        </p:grpSpPr>
        <p:sp>
          <p:nvSpPr>
            <p:cNvPr id="1901" name="Google Shape;1901;p6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6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6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6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6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6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6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6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9" name="Google Shape;1909;p69"/>
          <p:cNvSpPr/>
          <p:nvPr/>
        </p:nvSpPr>
        <p:spPr>
          <a:xfrm flipH="1">
            <a:off x="-1441554" y="-84137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0" name="Google Shape;1910;p69"/>
          <p:cNvGrpSpPr/>
          <p:nvPr/>
        </p:nvGrpSpPr>
        <p:grpSpPr>
          <a:xfrm flipH="1">
            <a:off x="-447444" y="3"/>
            <a:ext cx="925193" cy="766051"/>
            <a:chOff x="2210400" y="2558550"/>
            <a:chExt cx="971025" cy="804000"/>
          </a:xfrm>
        </p:grpSpPr>
        <p:sp>
          <p:nvSpPr>
            <p:cNvPr id="1911" name="Google Shape;1911;p6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6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6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6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6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9" name="Google Shape;1919;p69"/>
          <p:cNvGrpSpPr/>
          <p:nvPr/>
        </p:nvGrpSpPr>
        <p:grpSpPr>
          <a:xfrm flipH="1">
            <a:off x="6334135" y="3690439"/>
            <a:ext cx="2872823" cy="2439739"/>
            <a:chOff x="4665875" y="2808650"/>
            <a:chExt cx="993850" cy="844025"/>
          </a:xfrm>
        </p:grpSpPr>
        <p:sp>
          <p:nvSpPr>
            <p:cNvPr id="1920" name="Google Shape;1920;p6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6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6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69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69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69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7" name="Google Shape;1927;p6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092782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70"/>
          <p:cNvSpPr/>
          <p:nvPr/>
        </p:nvSpPr>
        <p:spPr>
          <a:xfrm flipH="1">
            <a:off x="6752571" y="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0" name="Google Shape;1930;p70"/>
          <p:cNvGrpSpPr/>
          <p:nvPr/>
        </p:nvGrpSpPr>
        <p:grpSpPr>
          <a:xfrm>
            <a:off x="4444765" y="-242770"/>
            <a:ext cx="4084025" cy="3381541"/>
            <a:chOff x="3573297" y="232872"/>
            <a:chExt cx="5470164" cy="4529254"/>
          </a:xfrm>
        </p:grpSpPr>
        <p:sp>
          <p:nvSpPr>
            <p:cNvPr id="1931" name="Google Shape;1931;p70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70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70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70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70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70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70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70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9" name="Google Shape;1939;p70"/>
          <p:cNvGrpSpPr/>
          <p:nvPr/>
        </p:nvGrpSpPr>
        <p:grpSpPr>
          <a:xfrm flipH="1">
            <a:off x="-895103" y="3138787"/>
            <a:ext cx="3673270" cy="3119516"/>
            <a:chOff x="4665875" y="2808650"/>
            <a:chExt cx="993850" cy="844025"/>
          </a:xfrm>
        </p:grpSpPr>
        <p:sp>
          <p:nvSpPr>
            <p:cNvPr id="1940" name="Google Shape;1940;p70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70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70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70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70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70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70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7" name="Google Shape;1947;p70"/>
          <p:cNvSpPr txBox="1">
            <a:spLocks noGrp="1"/>
          </p:cNvSpPr>
          <p:nvPr>
            <p:ph type="title"/>
          </p:nvPr>
        </p:nvSpPr>
        <p:spPr>
          <a:xfrm>
            <a:off x="1221762" y="837650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948" name="Google Shape;1948;p70"/>
          <p:cNvSpPr txBox="1">
            <a:spLocks noGrp="1"/>
          </p:cNvSpPr>
          <p:nvPr>
            <p:ph type="subTitle" idx="1"/>
          </p:nvPr>
        </p:nvSpPr>
        <p:spPr>
          <a:xfrm>
            <a:off x="1221762" y="1815496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9" name="Google Shape;1949;p70"/>
          <p:cNvSpPr txBox="1">
            <a:spLocks noGrp="1"/>
          </p:cNvSpPr>
          <p:nvPr>
            <p:ph type="title" idx="2"/>
          </p:nvPr>
        </p:nvSpPr>
        <p:spPr>
          <a:xfrm>
            <a:off x="4827129" y="837650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950" name="Google Shape;1950;p70"/>
          <p:cNvSpPr txBox="1">
            <a:spLocks noGrp="1"/>
          </p:cNvSpPr>
          <p:nvPr>
            <p:ph type="subTitle" idx="3"/>
          </p:nvPr>
        </p:nvSpPr>
        <p:spPr>
          <a:xfrm>
            <a:off x="4827129" y="1815496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1" name="Google Shape;1951;p70"/>
          <p:cNvSpPr txBox="1">
            <a:spLocks noGrp="1"/>
          </p:cNvSpPr>
          <p:nvPr>
            <p:ph type="title" idx="4"/>
          </p:nvPr>
        </p:nvSpPr>
        <p:spPr>
          <a:xfrm>
            <a:off x="1221803" y="2867455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952" name="Google Shape;1952;p70"/>
          <p:cNvSpPr txBox="1">
            <a:spLocks noGrp="1"/>
          </p:cNvSpPr>
          <p:nvPr>
            <p:ph type="subTitle" idx="5"/>
          </p:nvPr>
        </p:nvSpPr>
        <p:spPr>
          <a:xfrm>
            <a:off x="1221803" y="3860650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3" name="Google Shape;1953;p70"/>
          <p:cNvSpPr txBox="1">
            <a:spLocks noGrp="1"/>
          </p:cNvSpPr>
          <p:nvPr>
            <p:ph type="title" idx="6"/>
          </p:nvPr>
        </p:nvSpPr>
        <p:spPr>
          <a:xfrm>
            <a:off x="4827088" y="2867456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954" name="Google Shape;1954;p70"/>
          <p:cNvSpPr txBox="1">
            <a:spLocks noGrp="1"/>
          </p:cNvSpPr>
          <p:nvPr>
            <p:ph type="subTitle" idx="7"/>
          </p:nvPr>
        </p:nvSpPr>
        <p:spPr>
          <a:xfrm>
            <a:off x="4827088" y="3860652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3843273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8">
  <p:cSld name="Title only 18"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7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57" name="Google Shape;1957;p71"/>
          <p:cNvGrpSpPr/>
          <p:nvPr/>
        </p:nvGrpSpPr>
        <p:grpSpPr>
          <a:xfrm flipH="1">
            <a:off x="7561735" y="-249776"/>
            <a:ext cx="2872292" cy="2378232"/>
            <a:chOff x="2210400" y="2558550"/>
            <a:chExt cx="971025" cy="804000"/>
          </a:xfrm>
        </p:grpSpPr>
        <p:sp>
          <p:nvSpPr>
            <p:cNvPr id="1958" name="Google Shape;1958;p7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7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7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7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7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7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7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7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6" name="Google Shape;1966;p71"/>
          <p:cNvSpPr/>
          <p:nvPr/>
        </p:nvSpPr>
        <p:spPr>
          <a:xfrm flipH="1">
            <a:off x="7466496" y="-68037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7" name="Google Shape;1967;p71"/>
          <p:cNvGrpSpPr/>
          <p:nvPr/>
        </p:nvGrpSpPr>
        <p:grpSpPr>
          <a:xfrm>
            <a:off x="-1300940" y="3081101"/>
            <a:ext cx="2872823" cy="2439739"/>
            <a:chOff x="4665875" y="2808650"/>
            <a:chExt cx="993850" cy="844025"/>
          </a:xfrm>
        </p:grpSpPr>
        <p:sp>
          <p:nvSpPr>
            <p:cNvPr id="1968" name="Google Shape;1968;p7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7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7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7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7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71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71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8186705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9">
  <p:cSld name="Title only 19"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7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77" name="Google Shape;1977;p72"/>
          <p:cNvGrpSpPr/>
          <p:nvPr/>
        </p:nvGrpSpPr>
        <p:grpSpPr>
          <a:xfrm flipH="1">
            <a:off x="6213672" y="-733900"/>
            <a:ext cx="3673270" cy="3119516"/>
            <a:chOff x="4665875" y="2808650"/>
            <a:chExt cx="993850" cy="844025"/>
          </a:xfrm>
        </p:grpSpPr>
        <p:sp>
          <p:nvSpPr>
            <p:cNvPr id="1978" name="Google Shape;1978;p72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72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72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72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72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72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72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5" name="Google Shape;1985;p72"/>
          <p:cNvGrpSpPr/>
          <p:nvPr/>
        </p:nvGrpSpPr>
        <p:grpSpPr>
          <a:xfrm>
            <a:off x="166099" y="3667370"/>
            <a:ext cx="547132" cy="548765"/>
            <a:chOff x="6140976" y="2301270"/>
            <a:chExt cx="150775" cy="151225"/>
          </a:xfrm>
        </p:grpSpPr>
        <p:sp>
          <p:nvSpPr>
            <p:cNvPr id="1986" name="Google Shape;1986;p72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72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8" name="Google Shape;1988;p72"/>
          <p:cNvGrpSpPr/>
          <p:nvPr/>
        </p:nvGrpSpPr>
        <p:grpSpPr>
          <a:xfrm flipH="1">
            <a:off x="-1506015" y="2752637"/>
            <a:ext cx="2872292" cy="2378232"/>
            <a:chOff x="2210400" y="2558550"/>
            <a:chExt cx="971025" cy="804000"/>
          </a:xfrm>
        </p:grpSpPr>
        <p:sp>
          <p:nvSpPr>
            <p:cNvPr id="1989" name="Google Shape;1989;p72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72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72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72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72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72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72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72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7" name="Google Shape;1997;p72"/>
          <p:cNvGrpSpPr/>
          <p:nvPr/>
        </p:nvGrpSpPr>
        <p:grpSpPr>
          <a:xfrm rot="10800000" flipH="1">
            <a:off x="8319255" y="1588689"/>
            <a:ext cx="2374545" cy="1966102"/>
            <a:chOff x="2210400" y="2558550"/>
            <a:chExt cx="971025" cy="804000"/>
          </a:xfrm>
        </p:grpSpPr>
        <p:grpSp>
          <p:nvGrpSpPr>
            <p:cNvPr id="1998" name="Google Shape;1998;p72"/>
            <p:cNvGrpSpPr/>
            <p:nvPr/>
          </p:nvGrpSpPr>
          <p:grpSpPr>
            <a:xfrm>
              <a:off x="2210400" y="2558550"/>
              <a:ext cx="971025" cy="804000"/>
              <a:chOff x="2210400" y="2558550"/>
              <a:chExt cx="971025" cy="804000"/>
            </a:xfrm>
          </p:grpSpPr>
          <p:sp>
            <p:nvSpPr>
              <p:cNvPr id="1999" name="Google Shape;1999;p72"/>
              <p:cNvSpPr/>
              <p:nvPr/>
            </p:nvSpPr>
            <p:spPr>
              <a:xfrm>
                <a:off x="228065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0" name="Google Shape;2000;p72"/>
              <p:cNvSpPr/>
              <p:nvPr/>
            </p:nvSpPr>
            <p:spPr>
              <a:xfrm>
                <a:off x="2256925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78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1" name="Google Shape;2001;p72"/>
              <p:cNvSpPr/>
              <p:nvPr/>
            </p:nvSpPr>
            <p:spPr>
              <a:xfrm>
                <a:off x="2233650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p72"/>
              <p:cNvSpPr/>
              <p:nvPr/>
            </p:nvSpPr>
            <p:spPr>
              <a:xfrm>
                <a:off x="22104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p72"/>
              <p:cNvSpPr/>
              <p:nvPr/>
            </p:nvSpPr>
            <p:spPr>
              <a:xfrm>
                <a:off x="2377425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p72"/>
              <p:cNvSpPr/>
              <p:nvPr/>
            </p:nvSpPr>
            <p:spPr>
              <a:xfrm>
                <a:off x="23537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5" name="Google Shape;2005;p72"/>
              <p:cNvSpPr/>
              <p:nvPr/>
            </p:nvSpPr>
            <p:spPr>
              <a:xfrm>
                <a:off x="2330425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29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6" name="Google Shape;2006;p72"/>
              <p:cNvSpPr/>
              <p:nvPr/>
            </p:nvSpPr>
            <p:spPr>
              <a:xfrm>
                <a:off x="2306700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99" y="31731"/>
                    </a:lnTo>
                    <a:lnTo>
                      <a:pt x="31732" y="16080"/>
                    </a:lnTo>
                    <a:lnTo>
                      <a:pt x="16099" y="428"/>
                    </a:lnTo>
                    <a:close/>
                    <a:moveTo>
                      <a:pt x="16099" y="32159"/>
                    </a:moveTo>
                    <a:lnTo>
                      <a:pt x="1" y="16080"/>
                    </a:lnTo>
                    <a:lnTo>
                      <a:pt x="16099" y="0"/>
                    </a:lnTo>
                    <a:lnTo>
                      <a:pt x="32179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7" name="Google Shape;2007;p72"/>
            <p:cNvSpPr/>
            <p:nvPr/>
          </p:nvSpPr>
          <p:spPr>
            <a:xfrm>
              <a:off x="2937150" y="3007525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34"/>
                  </a:lnTo>
                  <a:lnTo>
                    <a:pt x="3015" y="6049"/>
                  </a:lnTo>
                  <a:lnTo>
                    <a:pt x="6030" y="3034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72"/>
            <p:cNvSpPr/>
            <p:nvPr/>
          </p:nvSpPr>
          <p:spPr>
            <a:xfrm>
              <a:off x="2931550" y="3002400"/>
              <a:ext cx="161950" cy="161950"/>
            </a:xfrm>
            <a:custGeom>
              <a:avLst/>
              <a:gdLst/>
              <a:ahLst/>
              <a:cxnLst/>
              <a:rect l="l" t="t" r="r" b="b"/>
              <a:pathLst>
                <a:path w="6478" h="6478" extrusionOk="0">
                  <a:moveTo>
                    <a:pt x="447" y="3239"/>
                  </a:moveTo>
                  <a:lnTo>
                    <a:pt x="3239" y="6031"/>
                  </a:lnTo>
                  <a:lnTo>
                    <a:pt x="6031" y="3239"/>
                  </a:lnTo>
                  <a:lnTo>
                    <a:pt x="3239" y="429"/>
                  </a:lnTo>
                  <a:close/>
                  <a:moveTo>
                    <a:pt x="3239" y="6477"/>
                  </a:moveTo>
                  <a:lnTo>
                    <a:pt x="1" y="3239"/>
                  </a:lnTo>
                  <a:lnTo>
                    <a:pt x="3239" y="1"/>
                  </a:lnTo>
                  <a:lnTo>
                    <a:pt x="6477" y="3239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72"/>
            <p:cNvSpPr/>
            <p:nvPr/>
          </p:nvSpPr>
          <p:spPr>
            <a:xfrm>
              <a:off x="2959950" y="3030325"/>
              <a:ext cx="105175" cy="105650"/>
            </a:xfrm>
            <a:custGeom>
              <a:avLst/>
              <a:gdLst/>
              <a:ahLst/>
              <a:cxnLst/>
              <a:rect l="l" t="t" r="r" b="b"/>
              <a:pathLst>
                <a:path w="4207" h="4226" extrusionOk="0">
                  <a:moveTo>
                    <a:pt x="428" y="2122"/>
                  </a:moveTo>
                  <a:lnTo>
                    <a:pt x="2103" y="3778"/>
                  </a:lnTo>
                  <a:lnTo>
                    <a:pt x="3778" y="2122"/>
                  </a:lnTo>
                  <a:lnTo>
                    <a:pt x="2103" y="447"/>
                  </a:lnTo>
                  <a:close/>
                  <a:moveTo>
                    <a:pt x="2103" y="4225"/>
                  </a:moveTo>
                  <a:lnTo>
                    <a:pt x="0" y="2122"/>
                  </a:lnTo>
                  <a:lnTo>
                    <a:pt x="2103" y="0"/>
                  </a:lnTo>
                  <a:lnTo>
                    <a:pt x="4206" y="2122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72"/>
            <p:cNvSpPr/>
            <p:nvPr/>
          </p:nvSpPr>
          <p:spPr>
            <a:xfrm>
              <a:off x="28301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72"/>
            <p:cNvSpPr/>
            <p:nvPr/>
          </p:nvSpPr>
          <p:spPr>
            <a:xfrm>
              <a:off x="2830600" y="2949825"/>
              <a:ext cx="950" cy="2350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72"/>
            <p:cNvSpPr/>
            <p:nvPr/>
          </p:nvSpPr>
          <p:spPr>
            <a:xfrm>
              <a:off x="2831525" y="2949375"/>
              <a:ext cx="500" cy="3275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72"/>
            <p:cNvSpPr/>
            <p:nvPr/>
          </p:nvSpPr>
          <p:spPr>
            <a:xfrm>
              <a:off x="2832000" y="2948900"/>
              <a:ext cx="475" cy="4225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72"/>
            <p:cNvSpPr/>
            <p:nvPr/>
          </p:nvSpPr>
          <p:spPr>
            <a:xfrm>
              <a:off x="2832450" y="2948425"/>
              <a:ext cx="500" cy="5150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72"/>
            <p:cNvSpPr/>
            <p:nvPr/>
          </p:nvSpPr>
          <p:spPr>
            <a:xfrm>
              <a:off x="2832925" y="2947500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72"/>
            <p:cNvSpPr/>
            <p:nvPr/>
          </p:nvSpPr>
          <p:spPr>
            <a:xfrm>
              <a:off x="2833375" y="2947050"/>
              <a:ext cx="500" cy="792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72"/>
            <p:cNvSpPr/>
            <p:nvPr/>
          </p:nvSpPr>
          <p:spPr>
            <a:xfrm>
              <a:off x="2833850" y="2946575"/>
              <a:ext cx="950" cy="8875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72"/>
            <p:cNvSpPr/>
            <p:nvPr/>
          </p:nvSpPr>
          <p:spPr>
            <a:xfrm>
              <a:off x="283477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72"/>
            <p:cNvSpPr/>
            <p:nvPr/>
          </p:nvSpPr>
          <p:spPr>
            <a:xfrm>
              <a:off x="2835250" y="2945650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72"/>
            <p:cNvSpPr/>
            <p:nvPr/>
          </p:nvSpPr>
          <p:spPr>
            <a:xfrm>
              <a:off x="2835725" y="2945175"/>
              <a:ext cx="475" cy="11650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72"/>
            <p:cNvSpPr/>
            <p:nvPr/>
          </p:nvSpPr>
          <p:spPr>
            <a:xfrm>
              <a:off x="28361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72"/>
            <p:cNvSpPr/>
            <p:nvPr/>
          </p:nvSpPr>
          <p:spPr>
            <a:xfrm>
              <a:off x="2836650" y="2943775"/>
              <a:ext cx="475" cy="14450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72"/>
            <p:cNvSpPr/>
            <p:nvPr/>
          </p:nvSpPr>
          <p:spPr>
            <a:xfrm>
              <a:off x="2837100" y="2943325"/>
              <a:ext cx="975" cy="15375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72"/>
            <p:cNvSpPr/>
            <p:nvPr/>
          </p:nvSpPr>
          <p:spPr>
            <a:xfrm>
              <a:off x="2838050" y="2942850"/>
              <a:ext cx="475" cy="16300"/>
            </a:xfrm>
            <a:custGeom>
              <a:avLst/>
              <a:gdLst/>
              <a:ahLst/>
              <a:cxnLst/>
              <a:rect l="l" t="t" r="r" b="b"/>
              <a:pathLst>
                <a:path w="19" h="652" extrusionOk="0">
                  <a:moveTo>
                    <a:pt x="19" y="1"/>
                  </a:moveTo>
                  <a:lnTo>
                    <a:pt x="0" y="19"/>
                  </a:lnTo>
                  <a:lnTo>
                    <a:pt x="0" y="633"/>
                  </a:lnTo>
                  <a:lnTo>
                    <a:pt x="19" y="65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72"/>
            <p:cNvSpPr/>
            <p:nvPr/>
          </p:nvSpPr>
          <p:spPr>
            <a:xfrm>
              <a:off x="2838500" y="2942375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9" y="1"/>
                  </a:moveTo>
                  <a:lnTo>
                    <a:pt x="1" y="20"/>
                  </a:lnTo>
                  <a:lnTo>
                    <a:pt x="1" y="671"/>
                  </a:lnTo>
                  <a:lnTo>
                    <a:pt x="19" y="69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72"/>
            <p:cNvSpPr/>
            <p:nvPr/>
          </p:nvSpPr>
          <p:spPr>
            <a:xfrm>
              <a:off x="2838975" y="2941925"/>
              <a:ext cx="475" cy="18175"/>
            </a:xfrm>
            <a:custGeom>
              <a:avLst/>
              <a:gdLst/>
              <a:ahLst/>
              <a:cxnLst/>
              <a:rect l="l" t="t" r="r" b="b"/>
              <a:pathLst>
                <a:path w="19" h="727" extrusionOk="0">
                  <a:moveTo>
                    <a:pt x="19" y="0"/>
                  </a:moveTo>
                  <a:lnTo>
                    <a:pt x="0" y="19"/>
                  </a:lnTo>
                  <a:lnTo>
                    <a:pt x="0" y="708"/>
                  </a:lnTo>
                  <a:lnTo>
                    <a:pt x="19" y="72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72"/>
            <p:cNvSpPr/>
            <p:nvPr/>
          </p:nvSpPr>
          <p:spPr>
            <a:xfrm>
              <a:off x="2839425" y="2941000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20" y="0"/>
                  </a:moveTo>
                  <a:lnTo>
                    <a:pt x="1" y="37"/>
                  </a:lnTo>
                  <a:lnTo>
                    <a:pt x="1" y="763"/>
                  </a:lnTo>
                  <a:lnTo>
                    <a:pt x="20" y="782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72"/>
            <p:cNvSpPr/>
            <p:nvPr/>
          </p:nvSpPr>
          <p:spPr>
            <a:xfrm>
              <a:off x="283990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9" y="1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3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72"/>
            <p:cNvSpPr/>
            <p:nvPr/>
          </p:nvSpPr>
          <p:spPr>
            <a:xfrm>
              <a:off x="2840375" y="2940050"/>
              <a:ext cx="950" cy="21900"/>
            </a:xfrm>
            <a:custGeom>
              <a:avLst/>
              <a:gdLst/>
              <a:ahLst/>
              <a:cxnLst/>
              <a:rect l="l" t="t" r="r" b="b"/>
              <a:pathLst>
                <a:path w="38" h="876" extrusionOk="0">
                  <a:moveTo>
                    <a:pt x="37" y="1"/>
                  </a:moveTo>
                  <a:lnTo>
                    <a:pt x="0" y="20"/>
                  </a:lnTo>
                  <a:lnTo>
                    <a:pt x="0" y="857"/>
                  </a:lnTo>
                  <a:lnTo>
                    <a:pt x="37" y="876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72"/>
            <p:cNvSpPr/>
            <p:nvPr/>
          </p:nvSpPr>
          <p:spPr>
            <a:xfrm>
              <a:off x="2841300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19" y="0"/>
                  </a:moveTo>
                  <a:lnTo>
                    <a:pt x="0" y="19"/>
                  </a:lnTo>
                  <a:lnTo>
                    <a:pt x="0" y="894"/>
                  </a:lnTo>
                  <a:lnTo>
                    <a:pt x="19" y="91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72"/>
            <p:cNvSpPr/>
            <p:nvPr/>
          </p:nvSpPr>
          <p:spPr>
            <a:xfrm>
              <a:off x="28417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20" y="1"/>
                  </a:moveTo>
                  <a:lnTo>
                    <a:pt x="1" y="19"/>
                  </a:lnTo>
                  <a:lnTo>
                    <a:pt x="1" y="931"/>
                  </a:lnTo>
                  <a:lnTo>
                    <a:pt x="20" y="95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72"/>
            <p:cNvSpPr/>
            <p:nvPr/>
          </p:nvSpPr>
          <p:spPr>
            <a:xfrm>
              <a:off x="2842225" y="2938675"/>
              <a:ext cx="500" cy="24675"/>
            </a:xfrm>
            <a:custGeom>
              <a:avLst/>
              <a:gdLst/>
              <a:ahLst/>
              <a:cxnLst/>
              <a:rect l="l" t="t" r="r" b="b"/>
              <a:pathLst>
                <a:path w="20" h="987" extrusionOk="0">
                  <a:moveTo>
                    <a:pt x="19" y="0"/>
                  </a:moveTo>
                  <a:lnTo>
                    <a:pt x="1" y="19"/>
                  </a:lnTo>
                  <a:lnTo>
                    <a:pt x="1" y="968"/>
                  </a:lnTo>
                  <a:lnTo>
                    <a:pt x="19" y="98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72"/>
            <p:cNvSpPr/>
            <p:nvPr/>
          </p:nvSpPr>
          <p:spPr>
            <a:xfrm>
              <a:off x="2842700" y="2937725"/>
              <a:ext cx="475" cy="26100"/>
            </a:xfrm>
            <a:custGeom>
              <a:avLst/>
              <a:gdLst/>
              <a:ahLst/>
              <a:cxnLst/>
              <a:rect l="l" t="t" r="r" b="b"/>
              <a:pathLst>
                <a:path w="19" h="1044" extrusionOk="0">
                  <a:moveTo>
                    <a:pt x="19" y="1"/>
                  </a:moveTo>
                  <a:lnTo>
                    <a:pt x="0" y="38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72"/>
            <p:cNvSpPr/>
            <p:nvPr/>
          </p:nvSpPr>
          <p:spPr>
            <a:xfrm>
              <a:off x="2843150" y="2937275"/>
              <a:ext cx="500" cy="27475"/>
            </a:xfrm>
            <a:custGeom>
              <a:avLst/>
              <a:gdLst/>
              <a:ahLst/>
              <a:cxnLst/>
              <a:rect l="l" t="t" r="r" b="b"/>
              <a:pathLst>
                <a:path w="20" h="1099" extrusionOk="0">
                  <a:moveTo>
                    <a:pt x="19" y="0"/>
                  </a:moveTo>
                  <a:lnTo>
                    <a:pt x="1" y="19"/>
                  </a:lnTo>
                  <a:lnTo>
                    <a:pt x="1" y="1061"/>
                  </a:lnTo>
                  <a:lnTo>
                    <a:pt x="19" y="109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72"/>
            <p:cNvSpPr/>
            <p:nvPr/>
          </p:nvSpPr>
          <p:spPr>
            <a:xfrm>
              <a:off x="2843625" y="2936800"/>
              <a:ext cx="950" cy="28400"/>
            </a:xfrm>
            <a:custGeom>
              <a:avLst/>
              <a:gdLst/>
              <a:ahLst/>
              <a:cxnLst/>
              <a:rect l="l" t="t" r="r" b="b"/>
              <a:pathLst>
                <a:path w="38" h="1136" extrusionOk="0">
                  <a:moveTo>
                    <a:pt x="38" y="1"/>
                  </a:moveTo>
                  <a:lnTo>
                    <a:pt x="0" y="19"/>
                  </a:lnTo>
                  <a:lnTo>
                    <a:pt x="0" y="1117"/>
                  </a:lnTo>
                  <a:lnTo>
                    <a:pt x="38" y="1136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72"/>
            <p:cNvSpPr/>
            <p:nvPr/>
          </p:nvSpPr>
          <p:spPr>
            <a:xfrm>
              <a:off x="2844550" y="2936350"/>
              <a:ext cx="500" cy="29325"/>
            </a:xfrm>
            <a:custGeom>
              <a:avLst/>
              <a:gdLst/>
              <a:ahLst/>
              <a:cxnLst/>
              <a:rect l="l" t="t" r="r" b="b"/>
              <a:pathLst>
                <a:path w="20" h="1173" extrusionOk="0">
                  <a:moveTo>
                    <a:pt x="19" y="0"/>
                  </a:moveTo>
                  <a:lnTo>
                    <a:pt x="1" y="19"/>
                  </a:lnTo>
                  <a:lnTo>
                    <a:pt x="1" y="1154"/>
                  </a:lnTo>
                  <a:lnTo>
                    <a:pt x="19" y="117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72"/>
            <p:cNvSpPr/>
            <p:nvPr/>
          </p:nvSpPr>
          <p:spPr>
            <a:xfrm>
              <a:off x="2845025" y="2935875"/>
              <a:ext cx="475" cy="30275"/>
            </a:xfrm>
            <a:custGeom>
              <a:avLst/>
              <a:gdLst/>
              <a:ahLst/>
              <a:cxnLst/>
              <a:rect l="l" t="t" r="r" b="b"/>
              <a:pathLst>
                <a:path w="19" h="1211" extrusionOk="0">
                  <a:moveTo>
                    <a:pt x="19" y="0"/>
                  </a:moveTo>
                  <a:lnTo>
                    <a:pt x="0" y="19"/>
                  </a:lnTo>
                  <a:lnTo>
                    <a:pt x="0" y="1192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72"/>
            <p:cNvSpPr/>
            <p:nvPr/>
          </p:nvSpPr>
          <p:spPr>
            <a:xfrm>
              <a:off x="2845475" y="2935400"/>
              <a:ext cx="500" cy="31200"/>
            </a:xfrm>
            <a:custGeom>
              <a:avLst/>
              <a:gdLst/>
              <a:ahLst/>
              <a:cxnLst/>
              <a:rect l="l" t="t" r="r" b="b"/>
              <a:pathLst>
                <a:path w="20" h="1248" extrusionOk="0">
                  <a:moveTo>
                    <a:pt x="19" y="1"/>
                  </a:moveTo>
                  <a:lnTo>
                    <a:pt x="1" y="19"/>
                  </a:lnTo>
                  <a:lnTo>
                    <a:pt x="1" y="1229"/>
                  </a:lnTo>
                  <a:lnTo>
                    <a:pt x="19" y="124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72"/>
            <p:cNvSpPr/>
            <p:nvPr/>
          </p:nvSpPr>
          <p:spPr>
            <a:xfrm>
              <a:off x="284595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1"/>
                  </a:moveTo>
                  <a:lnTo>
                    <a:pt x="0" y="38"/>
                  </a:lnTo>
                  <a:lnTo>
                    <a:pt x="0" y="1285"/>
                  </a:lnTo>
                  <a:lnTo>
                    <a:pt x="19" y="130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72"/>
            <p:cNvSpPr/>
            <p:nvPr/>
          </p:nvSpPr>
          <p:spPr>
            <a:xfrm>
              <a:off x="2846425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19" y="1"/>
                  </a:moveTo>
                  <a:lnTo>
                    <a:pt x="0" y="20"/>
                  </a:lnTo>
                  <a:lnTo>
                    <a:pt x="0" y="1322"/>
                  </a:lnTo>
                  <a:lnTo>
                    <a:pt x="19" y="136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72"/>
            <p:cNvSpPr/>
            <p:nvPr/>
          </p:nvSpPr>
          <p:spPr>
            <a:xfrm>
              <a:off x="2846875" y="2933550"/>
              <a:ext cx="950" cy="34925"/>
            </a:xfrm>
            <a:custGeom>
              <a:avLst/>
              <a:gdLst/>
              <a:ahLst/>
              <a:cxnLst/>
              <a:rect l="l" t="t" r="r" b="b"/>
              <a:pathLst>
                <a:path w="38" h="1397" extrusionOk="0">
                  <a:moveTo>
                    <a:pt x="38" y="0"/>
                  </a:moveTo>
                  <a:lnTo>
                    <a:pt x="1" y="19"/>
                  </a:lnTo>
                  <a:lnTo>
                    <a:pt x="1" y="1378"/>
                  </a:lnTo>
                  <a:lnTo>
                    <a:pt x="38" y="139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72"/>
            <p:cNvSpPr/>
            <p:nvPr/>
          </p:nvSpPr>
          <p:spPr>
            <a:xfrm>
              <a:off x="28478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20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20" y="1434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72"/>
            <p:cNvSpPr/>
            <p:nvPr/>
          </p:nvSpPr>
          <p:spPr>
            <a:xfrm>
              <a:off x="2848275" y="2932625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72"/>
            <p:cNvSpPr/>
            <p:nvPr/>
          </p:nvSpPr>
          <p:spPr>
            <a:xfrm>
              <a:off x="2848750" y="2932150"/>
              <a:ext cx="475" cy="37700"/>
            </a:xfrm>
            <a:custGeom>
              <a:avLst/>
              <a:gdLst/>
              <a:ahLst/>
              <a:cxnLst/>
              <a:rect l="l" t="t" r="r" b="b"/>
              <a:pathLst>
                <a:path w="19" h="1508" extrusionOk="0">
                  <a:moveTo>
                    <a:pt x="19" y="1"/>
                  </a:moveTo>
                  <a:lnTo>
                    <a:pt x="0" y="19"/>
                  </a:lnTo>
                  <a:lnTo>
                    <a:pt x="0" y="1489"/>
                  </a:lnTo>
                  <a:lnTo>
                    <a:pt x="19" y="150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72"/>
            <p:cNvSpPr/>
            <p:nvPr/>
          </p:nvSpPr>
          <p:spPr>
            <a:xfrm>
              <a:off x="2849200" y="2931225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9" y="0"/>
                  </a:moveTo>
                  <a:lnTo>
                    <a:pt x="1" y="38"/>
                  </a:lnTo>
                  <a:lnTo>
                    <a:pt x="1" y="1545"/>
                  </a:lnTo>
                  <a:lnTo>
                    <a:pt x="19" y="156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72"/>
            <p:cNvSpPr/>
            <p:nvPr/>
          </p:nvSpPr>
          <p:spPr>
            <a:xfrm>
              <a:off x="2849675" y="2930750"/>
              <a:ext cx="475" cy="40500"/>
            </a:xfrm>
            <a:custGeom>
              <a:avLst/>
              <a:gdLst/>
              <a:ahLst/>
              <a:cxnLst/>
              <a:rect l="l" t="t" r="r" b="b"/>
              <a:pathLst>
                <a:path w="19" h="1620" extrusionOk="0">
                  <a:moveTo>
                    <a:pt x="19" y="1"/>
                  </a:moveTo>
                  <a:lnTo>
                    <a:pt x="0" y="19"/>
                  </a:lnTo>
                  <a:lnTo>
                    <a:pt x="0" y="1583"/>
                  </a:lnTo>
                  <a:lnTo>
                    <a:pt x="19" y="162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72"/>
            <p:cNvSpPr/>
            <p:nvPr/>
          </p:nvSpPr>
          <p:spPr>
            <a:xfrm>
              <a:off x="2850125" y="2930300"/>
              <a:ext cx="975" cy="41425"/>
            </a:xfrm>
            <a:custGeom>
              <a:avLst/>
              <a:gdLst/>
              <a:ahLst/>
              <a:cxnLst/>
              <a:rect l="l" t="t" r="r" b="b"/>
              <a:pathLst>
                <a:path w="39" h="1657" extrusionOk="0">
                  <a:moveTo>
                    <a:pt x="38" y="0"/>
                  </a:moveTo>
                  <a:lnTo>
                    <a:pt x="1" y="19"/>
                  </a:lnTo>
                  <a:lnTo>
                    <a:pt x="1" y="1638"/>
                  </a:lnTo>
                  <a:lnTo>
                    <a:pt x="38" y="165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72"/>
            <p:cNvSpPr/>
            <p:nvPr/>
          </p:nvSpPr>
          <p:spPr>
            <a:xfrm>
              <a:off x="2851075" y="2929825"/>
              <a:ext cx="475" cy="42375"/>
            </a:xfrm>
            <a:custGeom>
              <a:avLst/>
              <a:gdLst/>
              <a:ahLst/>
              <a:cxnLst/>
              <a:rect l="l" t="t" r="r" b="b"/>
              <a:pathLst>
                <a:path w="19" h="1695" extrusionOk="0">
                  <a:moveTo>
                    <a:pt x="19" y="0"/>
                  </a:moveTo>
                  <a:lnTo>
                    <a:pt x="0" y="19"/>
                  </a:lnTo>
                  <a:lnTo>
                    <a:pt x="0" y="1675"/>
                  </a:lnTo>
                  <a:lnTo>
                    <a:pt x="19" y="169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72"/>
            <p:cNvSpPr/>
            <p:nvPr/>
          </p:nvSpPr>
          <p:spPr>
            <a:xfrm>
              <a:off x="285152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9" y="1"/>
                  </a:moveTo>
                  <a:lnTo>
                    <a:pt x="1" y="19"/>
                  </a:lnTo>
                  <a:lnTo>
                    <a:pt x="1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72"/>
            <p:cNvSpPr/>
            <p:nvPr/>
          </p:nvSpPr>
          <p:spPr>
            <a:xfrm>
              <a:off x="2852000" y="2928900"/>
              <a:ext cx="475" cy="44225"/>
            </a:xfrm>
            <a:custGeom>
              <a:avLst/>
              <a:gdLst/>
              <a:ahLst/>
              <a:cxnLst/>
              <a:rect l="l" t="t" r="r" b="b"/>
              <a:pathLst>
                <a:path w="19" h="1769" extrusionOk="0">
                  <a:moveTo>
                    <a:pt x="19" y="0"/>
                  </a:moveTo>
                  <a:lnTo>
                    <a:pt x="0" y="19"/>
                  </a:lnTo>
                  <a:lnTo>
                    <a:pt x="0" y="1750"/>
                  </a:lnTo>
                  <a:lnTo>
                    <a:pt x="19" y="17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72"/>
            <p:cNvSpPr/>
            <p:nvPr/>
          </p:nvSpPr>
          <p:spPr>
            <a:xfrm>
              <a:off x="2852475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19" y="0"/>
                  </a:moveTo>
                  <a:lnTo>
                    <a:pt x="0" y="37"/>
                  </a:lnTo>
                  <a:lnTo>
                    <a:pt x="0" y="1805"/>
                  </a:lnTo>
                  <a:lnTo>
                    <a:pt x="19" y="182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72"/>
            <p:cNvSpPr/>
            <p:nvPr/>
          </p:nvSpPr>
          <p:spPr>
            <a:xfrm>
              <a:off x="28529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19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19" y="18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72"/>
            <p:cNvSpPr/>
            <p:nvPr/>
          </p:nvSpPr>
          <p:spPr>
            <a:xfrm>
              <a:off x="2853400" y="2927025"/>
              <a:ext cx="950" cy="47950"/>
            </a:xfrm>
            <a:custGeom>
              <a:avLst/>
              <a:gdLst/>
              <a:ahLst/>
              <a:cxnLst/>
              <a:rect l="l" t="t" r="r" b="b"/>
              <a:pathLst>
                <a:path w="38" h="1918" extrusionOk="0">
                  <a:moveTo>
                    <a:pt x="37" y="1"/>
                  </a:moveTo>
                  <a:lnTo>
                    <a:pt x="0" y="19"/>
                  </a:lnTo>
                  <a:lnTo>
                    <a:pt x="0" y="1899"/>
                  </a:lnTo>
                  <a:lnTo>
                    <a:pt x="37" y="1918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72"/>
            <p:cNvSpPr/>
            <p:nvPr/>
          </p:nvSpPr>
          <p:spPr>
            <a:xfrm>
              <a:off x="2854325" y="2926575"/>
              <a:ext cx="500" cy="48875"/>
            </a:xfrm>
            <a:custGeom>
              <a:avLst/>
              <a:gdLst/>
              <a:ahLst/>
              <a:cxnLst/>
              <a:rect l="l" t="t" r="r" b="b"/>
              <a:pathLst>
                <a:path w="20" h="1955" extrusionOk="0">
                  <a:moveTo>
                    <a:pt x="19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19" y="19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72"/>
            <p:cNvSpPr/>
            <p:nvPr/>
          </p:nvSpPr>
          <p:spPr>
            <a:xfrm>
              <a:off x="2854800" y="2926100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1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72"/>
            <p:cNvSpPr/>
            <p:nvPr/>
          </p:nvSpPr>
          <p:spPr>
            <a:xfrm>
              <a:off x="2855250" y="2925625"/>
              <a:ext cx="500" cy="50750"/>
            </a:xfrm>
            <a:custGeom>
              <a:avLst/>
              <a:gdLst/>
              <a:ahLst/>
              <a:cxnLst/>
              <a:rect l="l" t="t" r="r" b="b"/>
              <a:pathLst>
                <a:path w="20" h="2030" extrusionOk="0">
                  <a:moveTo>
                    <a:pt x="19" y="1"/>
                  </a:moveTo>
                  <a:lnTo>
                    <a:pt x="1" y="20"/>
                  </a:lnTo>
                  <a:lnTo>
                    <a:pt x="1" y="2011"/>
                  </a:lnTo>
                  <a:lnTo>
                    <a:pt x="19" y="203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72"/>
            <p:cNvSpPr/>
            <p:nvPr/>
          </p:nvSpPr>
          <p:spPr>
            <a:xfrm>
              <a:off x="2855725" y="2924700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19" y="1"/>
                  </a:moveTo>
                  <a:lnTo>
                    <a:pt x="0" y="38"/>
                  </a:lnTo>
                  <a:lnTo>
                    <a:pt x="0" y="2067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72"/>
            <p:cNvSpPr/>
            <p:nvPr/>
          </p:nvSpPr>
          <p:spPr>
            <a:xfrm>
              <a:off x="2856175" y="2924250"/>
              <a:ext cx="500" cy="53525"/>
            </a:xfrm>
            <a:custGeom>
              <a:avLst/>
              <a:gdLst/>
              <a:ahLst/>
              <a:cxnLst/>
              <a:rect l="l" t="t" r="r" b="b"/>
              <a:pathLst>
                <a:path w="20" h="2141" extrusionOk="0">
                  <a:moveTo>
                    <a:pt x="20" y="0"/>
                  </a:moveTo>
                  <a:lnTo>
                    <a:pt x="1" y="19"/>
                  </a:lnTo>
                  <a:lnTo>
                    <a:pt x="1" y="2103"/>
                  </a:lnTo>
                  <a:lnTo>
                    <a:pt x="20" y="2140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72"/>
            <p:cNvSpPr/>
            <p:nvPr/>
          </p:nvSpPr>
          <p:spPr>
            <a:xfrm>
              <a:off x="2856650" y="2923775"/>
              <a:ext cx="950" cy="54450"/>
            </a:xfrm>
            <a:custGeom>
              <a:avLst/>
              <a:gdLst/>
              <a:ahLst/>
              <a:cxnLst/>
              <a:rect l="l" t="t" r="r" b="b"/>
              <a:pathLst>
                <a:path w="38" h="2178" extrusionOk="0">
                  <a:moveTo>
                    <a:pt x="38" y="1"/>
                  </a:moveTo>
                  <a:lnTo>
                    <a:pt x="1" y="19"/>
                  </a:lnTo>
                  <a:lnTo>
                    <a:pt x="1" y="2159"/>
                  </a:lnTo>
                  <a:lnTo>
                    <a:pt x="38" y="2178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72"/>
            <p:cNvSpPr/>
            <p:nvPr/>
          </p:nvSpPr>
          <p:spPr>
            <a:xfrm>
              <a:off x="2857575" y="2923300"/>
              <a:ext cx="500" cy="55400"/>
            </a:xfrm>
            <a:custGeom>
              <a:avLst/>
              <a:gdLst/>
              <a:ahLst/>
              <a:cxnLst/>
              <a:rect l="l" t="t" r="r" b="b"/>
              <a:pathLst>
                <a:path w="20" h="2216" extrusionOk="0">
                  <a:moveTo>
                    <a:pt x="19" y="1"/>
                  </a:moveTo>
                  <a:lnTo>
                    <a:pt x="1" y="20"/>
                  </a:lnTo>
                  <a:lnTo>
                    <a:pt x="1" y="2197"/>
                  </a:lnTo>
                  <a:lnTo>
                    <a:pt x="19" y="221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72"/>
            <p:cNvSpPr/>
            <p:nvPr/>
          </p:nvSpPr>
          <p:spPr>
            <a:xfrm>
              <a:off x="2858050" y="2922850"/>
              <a:ext cx="475" cy="56325"/>
            </a:xfrm>
            <a:custGeom>
              <a:avLst/>
              <a:gdLst/>
              <a:ahLst/>
              <a:cxnLst/>
              <a:rect l="l" t="t" r="r" b="b"/>
              <a:pathLst>
                <a:path w="19" h="2253" extrusionOk="0">
                  <a:moveTo>
                    <a:pt x="19" y="0"/>
                  </a:moveTo>
                  <a:lnTo>
                    <a:pt x="0" y="19"/>
                  </a:lnTo>
                  <a:lnTo>
                    <a:pt x="0" y="2234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72"/>
            <p:cNvSpPr/>
            <p:nvPr/>
          </p:nvSpPr>
          <p:spPr>
            <a:xfrm>
              <a:off x="2858500" y="2922375"/>
              <a:ext cx="500" cy="57250"/>
            </a:xfrm>
            <a:custGeom>
              <a:avLst/>
              <a:gdLst/>
              <a:ahLst/>
              <a:cxnLst/>
              <a:rect l="l" t="t" r="r" b="b"/>
              <a:pathLst>
                <a:path w="20" h="2290" extrusionOk="0">
                  <a:moveTo>
                    <a:pt x="20" y="1"/>
                  </a:moveTo>
                  <a:lnTo>
                    <a:pt x="1" y="19"/>
                  </a:lnTo>
                  <a:lnTo>
                    <a:pt x="1" y="2271"/>
                  </a:lnTo>
                  <a:lnTo>
                    <a:pt x="20" y="229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72"/>
            <p:cNvSpPr/>
            <p:nvPr/>
          </p:nvSpPr>
          <p:spPr>
            <a:xfrm>
              <a:off x="2858975" y="2921925"/>
              <a:ext cx="500" cy="58175"/>
            </a:xfrm>
            <a:custGeom>
              <a:avLst/>
              <a:gdLst/>
              <a:ahLst/>
              <a:cxnLst/>
              <a:rect l="l" t="t" r="r" b="b"/>
              <a:pathLst>
                <a:path w="20" h="2327" extrusionOk="0">
                  <a:moveTo>
                    <a:pt x="19" y="0"/>
                  </a:moveTo>
                  <a:lnTo>
                    <a:pt x="1" y="19"/>
                  </a:lnTo>
                  <a:lnTo>
                    <a:pt x="1" y="2308"/>
                  </a:lnTo>
                  <a:lnTo>
                    <a:pt x="19" y="2326"/>
                  </a:lnTo>
                  <a:lnTo>
                    <a:pt x="19" y="2308"/>
                  </a:lnTo>
                  <a:lnTo>
                    <a:pt x="19" y="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72"/>
            <p:cNvSpPr/>
            <p:nvPr/>
          </p:nvSpPr>
          <p:spPr>
            <a:xfrm>
              <a:off x="2859450" y="2922375"/>
              <a:ext cx="475" cy="57250"/>
            </a:xfrm>
            <a:custGeom>
              <a:avLst/>
              <a:gdLst/>
              <a:ahLst/>
              <a:cxnLst/>
              <a:rect l="l" t="t" r="r" b="b"/>
              <a:pathLst>
                <a:path w="19" h="2290" extrusionOk="0">
                  <a:moveTo>
                    <a:pt x="0" y="1"/>
                  </a:moveTo>
                  <a:lnTo>
                    <a:pt x="0" y="2290"/>
                  </a:lnTo>
                  <a:lnTo>
                    <a:pt x="19" y="227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72"/>
            <p:cNvSpPr/>
            <p:nvPr/>
          </p:nvSpPr>
          <p:spPr>
            <a:xfrm>
              <a:off x="2859900" y="2922850"/>
              <a:ext cx="950" cy="56325"/>
            </a:xfrm>
            <a:custGeom>
              <a:avLst/>
              <a:gdLst/>
              <a:ahLst/>
              <a:cxnLst/>
              <a:rect l="l" t="t" r="r" b="b"/>
              <a:pathLst>
                <a:path w="38" h="2253" extrusionOk="0">
                  <a:moveTo>
                    <a:pt x="1" y="0"/>
                  </a:moveTo>
                  <a:lnTo>
                    <a:pt x="1" y="2252"/>
                  </a:lnTo>
                  <a:lnTo>
                    <a:pt x="38" y="2234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72"/>
            <p:cNvSpPr/>
            <p:nvPr/>
          </p:nvSpPr>
          <p:spPr>
            <a:xfrm>
              <a:off x="2860850" y="2923300"/>
              <a:ext cx="475" cy="55400"/>
            </a:xfrm>
            <a:custGeom>
              <a:avLst/>
              <a:gdLst/>
              <a:ahLst/>
              <a:cxnLst/>
              <a:rect l="l" t="t" r="r" b="b"/>
              <a:pathLst>
                <a:path w="19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19" y="2197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72"/>
            <p:cNvSpPr/>
            <p:nvPr/>
          </p:nvSpPr>
          <p:spPr>
            <a:xfrm>
              <a:off x="2861300" y="2923775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1"/>
                  </a:moveTo>
                  <a:lnTo>
                    <a:pt x="1" y="2178"/>
                  </a:lnTo>
                  <a:lnTo>
                    <a:pt x="19" y="215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72"/>
            <p:cNvSpPr/>
            <p:nvPr/>
          </p:nvSpPr>
          <p:spPr>
            <a:xfrm>
              <a:off x="2861775" y="2924250"/>
              <a:ext cx="475" cy="53525"/>
            </a:xfrm>
            <a:custGeom>
              <a:avLst/>
              <a:gdLst/>
              <a:ahLst/>
              <a:cxnLst/>
              <a:rect l="l" t="t" r="r" b="b"/>
              <a:pathLst>
                <a:path w="19" h="2141" extrusionOk="0">
                  <a:moveTo>
                    <a:pt x="0" y="0"/>
                  </a:moveTo>
                  <a:lnTo>
                    <a:pt x="0" y="2140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72"/>
            <p:cNvSpPr/>
            <p:nvPr/>
          </p:nvSpPr>
          <p:spPr>
            <a:xfrm>
              <a:off x="2862225" y="2924700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" y="1"/>
                  </a:moveTo>
                  <a:lnTo>
                    <a:pt x="1" y="2085"/>
                  </a:lnTo>
                  <a:lnTo>
                    <a:pt x="19" y="2067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72"/>
            <p:cNvSpPr/>
            <p:nvPr/>
          </p:nvSpPr>
          <p:spPr>
            <a:xfrm>
              <a:off x="2862700" y="2925625"/>
              <a:ext cx="950" cy="50750"/>
            </a:xfrm>
            <a:custGeom>
              <a:avLst/>
              <a:gdLst/>
              <a:ahLst/>
              <a:cxnLst/>
              <a:rect l="l" t="t" r="r" b="b"/>
              <a:pathLst>
                <a:path w="38" h="2030" extrusionOk="0">
                  <a:moveTo>
                    <a:pt x="0" y="1"/>
                  </a:moveTo>
                  <a:lnTo>
                    <a:pt x="0" y="2030"/>
                  </a:lnTo>
                  <a:lnTo>
                    <a:pt x="38" y="2011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72"/>
            <p:cNvSpPr/>
            <p:nvPr/>
          </p:nvSpPr>
          <p:spPr>
            <a:xfrm>
              <a:off x="2863625" y="2926100"/>
              <a:ext cx="500" cy="49800"/>
            </a:xfrm>
            <a:custGeom>
              <a:avLst/>
              <a:gdLst/>
              <a:ahLst/>
              <a:cxnLst/>
              <a:rect l="l" t="t" r="r" b="b"/>
              <a:pathLst>
                <a:path w="20" h="1992" extrusionOk="0">
                  <a:moveTo>
                    <a:pt x="1" y="1"/>
                  </a:moveTo>
                  <a:lnTo>
                    <a:pt x="1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72"/>
            <p:cNvSpPr/>
            <p:nvPr/>
          </p:nvSpPr>
          <p:spPr>
            <a:xfrm>
              <a:off x="2864100" y="2926575"/>
              <a:ext cx="475" cy="48875"/>
            </a:xfrm>
            <a:custGeom>
              <a:avLst/>
              <a:gdLst/>
              <a:ahLst/>
              <a:cxnLst/>
              <a:rect l="l" t="t" r="r" b="b"/>
              <a:pathLst>
                <a:path w="19" h="1955" extrusionOk="0">
                  <a:moveTo>
                    <a:pt x="0" y="0"/>
                  </a:moveTo>
                  <a:lnTo>
                    <a:pt x="0" y="1954"/>
                  </a:lnTo>
                  <a:lnTo>
                    <a:pt x="19" y="193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72"/>
            <p:cNvSpPr/>
            <p:nvPr/>
          </p:nvSpPr>
          <p:spPr>
            <a:xfrm>
              <a:off x="2864550" y="2927025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" y="1"/>
                  </a:moveTo>
                  <a:lnTo>
                    <a:pt x="1" y="1918"/>
                  </a:lnTo>
                  <a:lnTo>
                    <a:pt x="19" y="189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72"/>
            <p:cNvSpPr/>
            <p:nvPr/>
          </p:nvSpPr>
          <p:spPr>
            <a:xfrm>
              <a:off x="28650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0" y="0"/>
                  </a:moveTo>
                  <a:lnTo>
                    <a:pt x="0" y="1880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72"/>
            <p:cNvSpPr/>
            <p:nvPr/>
          </p:nvSpPr>
          <p:spPr>
            <a:xfrm>
              <a:off x="2865500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19" y="1805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72"/>
            <p:cNvSpPr/>
            <p:nvPr/>
          </p:nvSpPr>
          <p:spPr>
            <a:xfrm>
              <a:off x="2865950" y="2928900"/>
              <a:ext cx="950" cy="44225"/>
            </a:xfrm>
            <a:custGeom>
              <a:avLst/>
              <a:gdLst/>
              <a:ahLst/>
              <a:cxnLst/>
              <a:rect l="l" t="t" r="r" b="b"/>
              <a:pathLst>
                <a:path w="38" h="1769" extrusionOk="0">
                  <a:moveTo>
                    <a:pt x="1" y="0"/>
                  </a:moveTo>
                  <a:lnTo>
                    <a:pt x="1" y="1768"/>
                  </a:lnTo>
                  <a:lnTo>
                    <a:pt x="38" y="1750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72"/>
            <p:cNvSpPr/>
            <p:nvPr/>
          </p:nvSpPr>
          <p:spPr>
            <a:xfrm>
              <a:off x="286687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20" y="171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72"/>
            <p:cNvSpPr/>
            <p:nvPr/>
          </p:nvSpPr>
          <p:spPr>
            <a:xfrm>
              <a:off x="2867350" y="2929825"/>
              <a:ext cx="500" cy="42375"/>
            </a:xfrm>
            <a:custGeom>
              <a:avLst/>
              <a:gdLst/>
              <a:ahLst/>
              <a:cxnLst/>
              <a:rect l="l" t="t" r="r" b="b"/>
              <a:pathLst>
                <a:path w="20" h="1695" extrusionOk="0">
                  <a:moveTo>
                    <a:pt x="1" y="0"/>
                  </a:moveTo>
                  <a:lnTo>
                    <a:pt x="1" y="1694"/>
                  </a:lnTo>
                  <a:lnTo>
                    <a:pt x="19" y="167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72"/>
            <p:cNvSpPr/>
            <p:nvPr/>
          </p:nvSpPr>
          <p:spPr>
            <a:xfrm>
              <a:off x="2867825" y="2930300"/>
              <a:ext cx="475" cy="41425"/>
            </a:xfrm>
            <a:custGeom>
              <a:avLst/>
              <a:gdLst/>
              <a:ahLst/>
              <a:cxnLst/>
              <a:rect l="l" t="t" r="r" b="b"/>
              <a:pathLst>
                <a:path w="19" h="1657" extrusionOk="0">
                  <a:moveTo>
                    <a:pt x="0" y="0"/>
                  </a:moveTo>
                  <a:lnTo>
                    <a:pt x="0" y="1656"/>
                  </a:lnTo>
                  <a:lnTo>
                    <a:pt x="19" y="163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72"/>
            <p:cNvSpPr/>
            <p:nvPr/>
          </p:nvSpPr>
          <p:spPr>
            <a:xfrm>
              <a:off x="2868275" y="2930750"/>
              <a:ext cx="500" cy="40500"/>
            </a:xfrm>
            <a:custGeom>
              <a:avLst/>
              <a:gdLst/>
              <a:ahLst/>
              <a:cxnLst/>
              <a:rect l="l" t="t" r="r" b="b"/>
              <a:pathLst>
                <a:path w="20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19" y="158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72"/>
            <p:cNvSpPr/>
            <p:nvPr/>
          </p:nvSpPr>
          <p:spPr>
            <a:xfrm>
              <a:off x="2868750" y="2931225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0" y="0"/>
                  </a:moveTo>
                  <a:lnTo>
                    <a:pt x="0" y="1564"/>
                  </a:lnTo>
                  <a:lnTo>
                    <a:pt x="19" y="1545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72"/>
            <p:cNvSpPr/>
            <p:nvPr/>
          </p:nvSpPr>
          <p:spPr>
            <a:xfrm>
              <a:off x="2869200" y="2932150"/>
              <a:ext cx="975" cy="37700"/>
            </a:xfrm>
            <a:custGeom>
              <a:avLst/>
              <a:gdLst/>
              <a:ahLst/>
              <a:cxnLst/>
              <a:rect l="l" t="t" r="r" b="b"/>
              <a:pathLst>
                <a:path w="39" h="1508" extrusionOk="0">
                  <a:moveTo>
                    <a:pt x="1" y="1"/>
                  </a:moveTo>
                  <a:lnTo>
                    <a:pt x="1" y="1508"/>
                  </a:lnTo>
                  <a:lnTo>
                    <a:pt x="38" y="1489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72"/>
            <p:cNvSpPr/>
            <p:nvPr/>
          </p:nvSpPr>
          <p:spPr>
            <a:xfrm>
              <a:off x="2870150" y="2932625"/>
              <a:ext cx="475" cy="36775"/>
            </a:xfrm>
            <a:custGeom>
              <a:avLst/>
              <a:gdLst/>
              <a:ahLst/>
              <a:cxnLst/>
              <a:rect l="l" t="t" r="r" b="b"/>
              <a:pathLst>
                <a:path w="19" h="1471" extrusionOk="0">
                  <a:moveTo>
                    <a:pt x="0" y="0"/>
                  </a:moveTo>
                  <a:lnTo>
                    <a:pt x="0" y="1470"/>
                  </a:lnTo>
                  <a:lnTo>
                    <a:pt x="19" y="145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72"/>
            <p:cNvSpPr/>
            <p:nvPr/>
          </p:nvSpPr>
          <p:spPr>
            <a:xfrm>
              <a:off x="28706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19" y="141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72"/>
            <p:cNvSpPr/>
            <p:nvPr/>
          </p:nvSpPr>
          <p:spPr>
            <a:xfrm>
              <a:off x="2871075" y="2933550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0" y="0"/>
                  </a:moveTo>
                  <a:lnTo>
                    <a:pt x="0" y="1396"/>
                  </a:lnTo>
                  <a:lnTo>
                    <a:pt x="19" y="137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72"/>
            <p:cNvSpPr/>
            <p:nvPr/>
          </p:nvSpPr>
          <p:spPr>
            <a:xfrm>
              <a:off x="2871550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0" y="1"/>
                  </a:moveTo>
                  <a:lnTo>
                    <a:pt x="0" y="1360"/>
                  </a:lnTo>
                  <a:lnTo>
                    <a:pt x="19" y="1322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72"/>
            <p:cNvSpPr/>
            <p:nvPr/>
          </p:nvSpPr>
          <p:spPr>
            <a:xfrm>
              <a:off x="287200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1"/>
                  </a:moveTo>
                  <a:lnTo>
                    <a:pt x="1" y="1303"/>
                  </a:lnTo>
                  <a:lnTo>
                    <a:pt x="19" y="1285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72"/>
            <p:cNvSpPr/>
            <p:nvPr/>
          </p:nvSpPr>
          <p:spPr>
            <a:xfrm>
              <a:off x="2872475" y="2935400"/>
              <a:ext cx="950" cy="31200"/>
            </a:xfrm>
            <a:custGeom>
              <a:avLst/>
              <a:gdLst/>
              <a:ahLst/>
              <a:cxnLst/>
              <a:rect l="l" t="t" r="r" b="b"/>
              <a:pathLst>
                <a:path w="38" h="1248" extrusionOk="0">
                  <a:moveTo>
                    <a:pt x="0" y="1"/>
                  </a:moveTo>
                  <a:lnTo>
                    <a:pt x="0" y="1248"/>
                  </a:lnTo>
                  <a:lnTo>
                    <a:pt x="37" y="1229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72"/>
            <p:cNvSpPr/>
            <p:nvPr/>
          </p:nvSpPr>
          <p:spPr>
            <a:xfrm>
              <a:off x="2873400" y="2935875"/>
              <a:ext cx="500" cy="30275"/>
            </a:xfrm>
            <a:custGeom>
              <a:avLst/>
              <a:gdLst/>
              <a:ahLst/>
              <a:cxnLst/>
              <a:rect l="l" t="t" r="r" b="b"/>
              <a:pathLst>
                <a:path w="20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72"/>
            <p:cNvSpPr/>
            <p:nvPr/>
          </p:nvSpPr>
          <p:spPr>
            <a:xfrm>
              <a:off x="2873875" y="2936350"/>
              <a:ext cx="475" cy="29325"/>
            </a:xfrm>
            <a:custGeom>
              <a:avLst/>
              <a:gdLst/>
              <a:ahLst/>
              <a:cxnLst/>
              <a:rect l="l" t="t" r="r" b="b"/>
              <a:pathLst>
                <a:path w="19" h="1173" extrusionOk="0">
                  <a:moveTo>
                    <a:pt x="0" y="0"/>
                  </a:moveTo>
                  <a:lnTo>
                    <a:pt x="0" y="1173"/>
                  </a:lnTo>
                  <a:lnTo>
                    <a:pt x="19" y="115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72"/>
            <p:cNvSpPr/>
            <p:nvPr/>
          </p:nvSpPr>
          <p:spPr>
            <a:xfrm>
              <a:off x="2874325" y="2936800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" y="1"/>
                  </a:moveTo>
                  <a:lnTo>
                    <a:pt x="1" y="1136"/>
                  </a:lnTo>
                  <a:lnTo>
                    <a:pt x="19" y="1117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72"/>
            <p:cNvSpPr/>
            <p:nvPr/>
          </p:nvSpPr>
          <p:spPr>
            <a:xfrm>
              <a:off x="2874800" y="2937275"/>
              <a:ext cx="475" cy="27475"/>
            </a:xfrm>
            <a:custGeom>
              <a:avLst/>
              <a:gdLst/>
              <a:ahLst/>
              <a:cxnLst/>
              <a:rect l="l" t="t" r="r" b="b"/>
              <a:pathLst>
                <a:path w="19" h="1099" extrusionOk="0">
                  <a:moveTo>
                    <a:pt x="0" y="0"/>
                  </a:moveTo>
                  <a:lnTo>
                    <a:pt x="0" y="1098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72"/>
            <p:cNvSpPr/>
            <p:nvPr/>
          </p:nvSpPr>
          <p:spPr>
            <a:xfrm>
              <a:off x="2875250" y="2937725"/>
              <a:ext cx="500" cy="26100"/>
            </a:xfrm>
            <a:custGeom>
              <a:avLst/>
              <a:gdLst/>
              <a:ahLst/>
              <a:cxnLst/>
              <a:rect l="l" t="t" r="r" b="b"/>
              <a:pathLst>
                <a:path w="20" h="1044" extrusionOk="0">
                  <a:moveTo>
                    <a:pt x="1" y="1"/>
                  </a:moveTo>
                  <a:lnTo>
                    <a:pt x="1" y="1043"/>
                  </a:lnTo>
                  <a:lnTo>
                    <a:pt x="20" y="1024"/>
                  </a:lnTo>
                  <a:lnTo>
                    <a:pt x="20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72"/>
            <p:cNvSpPr/>
            <p:nvPr/>
          </p:nvSpPr>
          <p:spPr>
            <a:xfrm>
              <a:off x="2875725" y="2938675"/>
              <a:ext cx="950" cy="24675"/>
            </a:xfrm>
            <a:custGeom>
              <a:avLst/>
              <a:gdLst/>
              <a:ahLst/>
              <a:cxnLst/>
              <a:rect l="l" t="t" r="r" b="b"/>
              <a:pathLst>
                <a:path w="38" h="987" extrusionOk="0">
                  <a:moveTo>
                    <a:pt x="1" y="0"/>
                  </a:moveTo>
                  <a:lnTo>
                    <a:pt x="1" y="986"/>
                  </a:lnTo>
                  <a:lnTo>
                    <a:pt x="38" y="96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72"/>
            <p:cNvSpPr/>
            <p:nvPr/>
          </p:nvSpPr>
          <p:spPr>
            <a:xfrm>
              <a:off x="28766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1" y="1"/>
                  </a:moveTo>
                  <a:lnTo>
                    <a:pt x="1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72"/>
            <p:cNvSpPr/>
            <p:nvPr/>
          </p:nvSpPr>
          <p:spPr>
            <a:xfrm>
              <a:off x="2877125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0" y="0"/>
                  </a:moveTo>
                  <a:lnTo>
                    <a:pt x="0" y="912"/>
                  </a:lnTo>
                  <a:lnTo>
                    <a:pt x="19" y="89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72"/>
            <p:cNvSpPr/>
            <p:nvPr/>
          </p:nvSpPr>
          <p:spPr>
            <a:xfrm>
              <a:off x="2877575" y="2940050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" y="1"/>
                  </a:moveTo>
                  <a:lnTo>
                    <a:pt x="1" y="876"/>
                  </a:lnTo>
                  <a:lnTo>
                    <a:pt x="20" y="857"/>
                  </a:lnTo>
                  <a:lnTo>
                    <a:pt x="20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72"/>
            <p:cNvSpPr/>
            <p:nvPr/>
          </p:nvSpPr>
          <p:spPr>
            <a:xfrm>
              <a:off x="287805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" y="1"/>
                  </a:moveTo>
                  <a:lnTo>
                    <a:pt x="1" y="838"/>
                  </a:lnTo>
                  <a:lnTo>
                    <a:pt x="19" y="80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72"/>
            <p:cNvSpPr/>
            <p:nvPr/>
          </p:nvSpPr>
          <p:spPr>
            <a:xfrm>
              <a:off x="2878525" y="2941000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0" y="0"/>
                  </a:moveTo>
                  <a:lnTo>
                    <a:pt x="0" y="782"/>
                  </a:lnTo>
                  <a:lnTo>
                    <a:pt x="19" y="763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72"/>
            <p:cNvSpPr/>
            <p:nvPr/>
          </p:nvSpPr>
          <p:spPr>
            <a:xfrm>
              <a:off x="2878975" y="2941925"/>
              <a:ext cx="975" cy="18175"/>
            </a:xfrm>
            <a:custGeom>
              <a:avLst/>
              <a:gdLst/>
              <a:ahLst/>
              <a:cxnLst/>
              <a:rect l="l" t="t" r="r" b="b"/>
              <a:pathLst>
                <a:path w="39" h="727" extrusionOk="0">
                  <a:moveTo>
                    <a:pt x="1" y="0"/>
                  </a:moveTo>
                  <a:lnTo>
                    <a:pt x="1" y="726"/>
                  </a:lnTo>
                  <a:lnTo>
                    <a:pt x="38" y="70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72"/>
            <p:cNvSpPr/>
            <p:nvPr/>
          </p:nvSpPr>
          <p:spPr>
            <a:xfrm>
              <a:off x="2879925" y="2942375"/>
              <a:ext cx="475" cy="17250"/>
            </a:xfrm>
            <a:custGeom>
              <a:avLst/>
              <a:gdLst/>
              <a:ahLst/>
              <a:cxnLst/>
              <a:rect l="l" t="t" r="r" b="b"/>
              <a:pathLst>
                <a:path w="19" h="690" extrusionOk="0">
                  <a:moveTo>
                    <a:pt x="0" y="1"/>
                  </a:moveTo>
                  <a:lnTo>
                    <a:pt x="0" y="690"/>
                  </a:lnTo>
                  <a:lnTo>
                    <a:pt x="19" y="671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72"/>
            <p:cNvSpPr/>
            <p:nvPr/>
          </p:nvSpPr>
          <p:spPr>
            <a:xfrm>
              <a:off x="2880375" y="2942850"/>
              <a:ext cx="500" cy="16300"/>
            </a:xfrm>
            <a:custGeom>
              <a:avLst/>
              <a:gdLst/>
              <a:ahLst/>
              <a:cxnLst/>
              <a:rect l="l" t="t" r="r" b="b"/>
              <a:pathLst>
                <a:path w="20" h="652" extrusionOk="0">
                  <a:moveTo>
                    <a:pt x="1" y="1"/>
                  </a:moveTo>
                  <a:lnTo>
                    <a:pt x="1" y="652"/>
                  </a:lnTo>
                  <a:lnTo>
                    <a:pt x="19" y="63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72"/>
            <p:cNvSpPr/>
            <p:nvPr/>
          </p:nvSpPr>
          <p:spPr>
            <a:xfrm>
              <a:off x="2880850" y="2943325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0" y="0"/>
                  </a:moveTo>
                  <a:lnTo>
                    <a:pt x="0" y="614"/>
                  </a:lnTo>
                  <a:lnTo>
                    <a:pt x="19" y="59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72"/>
            <p:cNvSpPr/>
            <p:nvPr/>
          </p:nvSpPr>
          <p:spPr>
            <a:xfrm>
              <a:off x="2881300" y="2943775"/>
              <a:ext cx="500" cy="14450"/>
            </a:xfrm>
            <a:custGeom>
              <a:avLst/>
              <a:gdLst/>
              <a:ahLst/>
              <a:cxnLst/>
              <a:rect l="l" t="t" r="r" b="b"/>
              <a:pathLst>
                <a:path w="20" h="578" extrusionOk="0">
                  <a:moveTo>
                    <a:pt x="1" y="1"/>
                  </a:moveTo>
                  <a:lnTo>
                    <a:pt x="1" y="578"/>
                  </a:lnTo>
                  <a:lnTo>
                    <a:pt x="19" y="54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72"/>
            <p:cNvSpPr/>
            <p:nvPr/>
          </p:nvSpPr>
          <p:spPr>
            <a:xfrm>
              <a:off x="28817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0" y="0"/>
                  </a:moveTo>
                  <a:lnTo>
                    <a:pt x="0" y="522"/>
                  </a:lnTo>
                  <a:lnTo>
                    <a:pt x="19" y="503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72"/>
            <p:cNvSpPr/>
            <p:nvPr/>
          </p:nvSpPr>
          <p:spPr>
            <a:xfrm>
              <a:off x="2882250" y="2945175"/>
              <a:ext cx="950" cy="11650"/>
            </a:xfrm>
            <a:custGeom>
              <a:avLst/>
              <a:gdLst/>
              <a:ahLst/>
              <a:cxnLst/>
              <a:rect l="l" t="t" r="r" b="b"/>
              <a:pathLst>
                <a:path w="38" h="466" extrusionOk="0">
                  <a:moveTo>
                    <a:pt x="0" y="1"/>
                  </a:moveTo>
                  <a:lnTo>
                    <a:pt x="0" y="466"/>
                  </a:lnTo>
                  <a:lnTo>
                    <a:pt x="37" y="447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72"/>
            <p:cNvSpPr/>
            <p:nvPr/>
          </p:nvSpPr>
          <p:spPr>
            <a:xfrm>
              <a:off x="2883175" y="2945650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72"/>
            <p:cNvSpPr/>
            <p:nvPr/>
          </p:nvSpPr>
          <p:spPr>
            <a:xfrm>
              <a:off x="288362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" y="1"/>
                  </a:moveTo>
                  <a:lnTo>
                    <a:pt x="1" y="392"/>
                  </a:lnTo>
                  <a:lnTo>
                    <a:pt x="20" y="37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72"/>
            <p:cNvSpPr/>
            <p:nvPr/>
          </p:nvSpPr>
          <p:spPr>
            <a:xfrm>
              <a:off x="2884100" y="2946575"/>
              <a:ext cx="500" cy="8875"/>
            </a:xfrm>
            <a:custGeom>
              <a:avLst/>
              <a:gdLst/>
              <a:ahLst/>
              <a:cxnLst/>
              <a:rect l="l" t="t" r="r" b="b"/>
              <a:pathLst>
                <a:path w="20" h="355" extrusionOk="0">
                  <a:moveTo>
                    <a:pt x="1" y="0"/>
                  </a:moveTo>
                  <a:lnTo>
                    <a:pt x="1" y="354"/>
                  </a:lnTo>
                  <a:lnTo>
                    <a:pt x="19" y="33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72"/>
            <p:cNvSpPr/>
            <p:nvPr/>
          </p:nvSpPr>
          <p:spPr>
            <a:xfrm>
              <a:off x="2884575" y="2947050"/>
              <a:ext cx="475" cy="7925"/>
            </a:xfrm>
            <a:custGeom>
              <a:avLst/>
              <a:gdLst/>
              <a:ahLst/>
              <a:cxnLst/>
              <a:rect l="l" t="t" r="r" b="b"/>
              <a:pathLst>
                <a:path w="19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9" y="27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72"/>
            <p:cNvSpPr/>
            <p:nvPr/>
          </p:nvSpPr>
          <p:spPr>
            <a:xfrm>
              <a:off x="2885025" y="2947500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" y="1"/>
                  </a:moveTo>
                  <a:lnTo>
                    <a:pt x="1" y="261"/>
                  </a:lnTo>
                  <a:lnTo>
                    <a:pt x="19" y="243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72"/>
            <p:cNvSpPr/>
            <p:nvPr/>
          </p:nvSpPr>
          <p:spPr>
            <a:xfrm>
              <a:off x="2885500" y="2948425"/>
              <a:ext cx="950" cy="5150"/>
            </a:xfrm>
            <a:custGeom>
              <a:avLst/>
              <a:gdLst/>
              <a:ahLst/>
              <a:cxnLst/>
              <a:rect l="l" t="t" r="r" b="b"/>
              <a:pathLst>
                <a:path w="38" h="206" extrusionOk="0">
                  <a:moveTo>
                    <a:pt x="0" y="1"/>
                  </a:moveTo>
                  <a:lnTo>
                    <a:pt x="0" y="206"/>
                  </a:lnTo>
                  <a:lnTo>
                    <a:pt x="38" y="187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72"/>
            <p:cNvSpPr/>
            <p:nvPr/>
          </p:nvSpPr>
          <p:spPr>
            <a:xfrm>
              <a:off x="2886425" y="2948900"/>
              <a:ext cx="500" cy="4225"/>
            </a:xfrm>
            <a:custGeom>
              <a:avLst/>
              <a:gdLst/>
              <a:ahLst/>
              <a:cxnLst/>
              <a:rect l="l" t="t" r="r" b="b"/>
              <a:pathLst>
                <a:path w="20" h="169" extrusionOk="0">
                  <a:moveTo>
                    <a:pt x="1" y="1"/>
                  </a:moveTo>
                  <a:lnTo>
                    <a:pt x="1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72"/>
            <p:cNvSpPr/>
            <p:nvPr/>
          </p:nvSpPr>
          <p:spPr>
            <a:xfrm>
              <a:off x="2886900" y="2949375"/>
              <a:ext cx="475" cy="3275"/>
            </a:xfrm>
            <a:custGeom>
              <a:avLst/>
              <a:gdLst/>
              <a:ahLst/>
              <a:cxnLst/>
              <a:rect l="l" t="t" r="r" b="b"/>
              <a:pathLst>
                <a:path w="19" h="131" extrusionOk="0">
                  <a:moveTo>
                    <a:pt x="0" y="0"/>
                  </a:moveTo>
                  <a:lnTo>
                    <a:pt x="0" y="130"/>
                  </a:lnTo>
                  <a:lnTo>
                    <a:pt x="19" y="11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72"/>
            <p:cNvSpPr/>
            <p:nvPr/>
          </p:nvSpPr>
          <p:spPr>
            <a:xfrm>
              <a:off x="2887350" y="2949825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" y="1"/>
                  </a:moveTo>
                  <a:lnTo>
                    <a:pt x="1" y="94"/>
                  </a:lnTo>
                  <a:lnTo>
                    <a:pt x="19" y="7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72"/>
            <p:cNvSpPr/>
            <p:nvPr/>
          </p:nvSpPr>
          <p:spPr>
            <a:xfrm>
              <a:off x="28878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0" y="0"/>
                  </a:moveTo>
                  <a:lnTo>
                    <a:pt x="0" y="5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88157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3">
  <p:cSld name="Title only 23"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7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2119" name="Google Shape;2119;p73"/>
          <p:cNvGrpSpPr/>
          <p:nvPr/>
        </p:nvGrpSpPr>
        <p:grpSpPr>
          <a:xfrm>
            <a:off x="133235" y="3602547"/>
            <a:ext cx="2216073" cy="1834889"/>
            <a:chOff x="2210400" y="2558550"/>
            <a:chExt cx="971025" cy="804000"/>
          </a:xfrm>
        </p:grpSpPr>
        <p:sp>
          <p:nvSpPr>
            <p:cNvPr id="2120" name="Google Shape;2120;p7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7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7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7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7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7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7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7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8" name="Google Shape;2128;p73"/>
          <p:cNvGrpSpPr/>
          <p:nvPr/>
        </p:nvGrpSpPr>
        <p:grpSpPr>
          <a:xfrm>
            <a:off x="-129394" y="4095741"/>
            <a:ext cx="849275" cy="848250"/>
            <a:chOff x="2651171" y="2397773"/>
            <a:chExt cx="2099568" cy="2097033"/>
          </a:xfrm>
        </p:grpSpPr>
        <p:sp>
          <p:nvSpPr>
            <p:cNvPr id="2129" name="Google Shape;2129;p7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7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1" name="Google Shape;2131;p73"/>
          <p:cNvGrpSpPr/>
          <p:nvPr/>
        </p:nvGrpSpPr>
        <p:grpSpPr>
          <a:xfrm flipH="1">
            <a:off x="7973043" y="3602546"/>
            <a:ext cx="2514088" cy="2081645"/>
            <a:chOff x="3573297" y="232872"/>
            <a:chExt cx="5470164" cy="4529254"/>
          </a:xfrm>
        </p:grpSpPr>
        <p:sp>
          <p:nvSpPr>
            <p:cNvPr id="2132" name="Google Shape;2132;p7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7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7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7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7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7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7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7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73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73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73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73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73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73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6" name="Google Shape;2146;p73"/>
          <p:cNvGrpSpPr/>
          <p:nvPr/>
        </p:nvGrpSpPr>
        <p:grpSpPr>
          <a:xfrm flipH="1">
            <a:off x="7134117" y="4530929"/>
            <a:ext cx="1162531" cy="1161127"/>
            <a:chOff x="7253149" y="3334154"/>
            <a:chExt cx="1162531" cy="1161127"/>
          </a:xfrm>
        </p:grpSpPr>
        <p:sp>
          <p:nvSpPr>
            <p:cNvPr id="2147" name="Google Shape;2147;p73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8" name="Google Shape;2148;p73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2149" name="Google Shape;2149;p73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73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FFFF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999126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856309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5"/>
          <p:cNvSpPr/>
          <p:nvPr/>
        </p:nvSpPr>
        <p:spPr>
          <a:xfrm flipH="1">
            <a:off x="102342" y="102777"/>
            <a:ext cx="724127" cy="72630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4" name="Google Shape;2154;p75"/>
          <p:cNvGrpSpPr/>
          <p:nvPr/>
        </p:nvGrpSpPr>
        <p:grpSpPr>
          <a:xfrm flipH="1">
            <a:off x="-603882" y="-418180"/>
            <a:ext cx="2136578" cy="1768212"/>
            <a:chOff x="5440750" y="1669400"/>
            <a:chExt cx="971525" cy="804025"/>
          </a:xfrm>
        </p:grpSpPr>
        <p:sp>
          <p:nvSpPr>
            <p:cNvPr id="2155" name="Google Shape;215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75"/>
          <p:cNvGrpSpPr/>
          <p:nvPr/>
        </p:nvGrpSpPr>
        <p:grpSpPr>
          <a:xfrm>
            <a:off x="-1110993" y="1389236"/>
            <a:ext cx="2429466" cy="2063219"/>
            <a:chOff x="4665875" y="2808650"/>
            <a:chExt cx="993850" cy="844025"/>
          </a:xfrm>
        </p:grpSpPr>
        <p:sp>
          <p:nvSpPr>
            <p:cNvPr id="2167" name="Google Shape;2167;p75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75"/>
          <p:cNvGrpSpPr/>
          <p:nvPr/>
        </p:nvGrpSpPr>
        <p:grpSpPr>
          <a:xfrm flipH="1">
            <a:off x="6738226" y="2911751"/>
            <a:ext cx="3525470" cy="3410618"/>
            <a:chOff x="5440750" y="1669400"/>
            <a:chExt cx="971525" cy="939875"/>
          </a:xfrm>
        </p:grpSpPr>
        <p:sp>
          <p:nvSpPr>
            <p:cNvPr id="2175" name="Google Shape;217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7" name="Google Shape;2187;p75"/>
          <p:cNvGrpSpPr/>
          <p:nvPr/>
        </p:nvGrpSpPr>
        <p:grpSpPr>
          <a:xfrm rot="5400000">
            <a:off x="6875511" y="1422360"/>
            <a:ext cx="2695006" cy="2887947"/>
            <a:chOff x="5440750" y="1669400"/>
            <a:chExt cx="975815" cy="1045676"/>
          </a:xfrm>
        </p:grpSpPr>
        <p:sp>
          <p:nvSpPr>
            <p:cNvPr id="2188" name="Google Shape;2188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6107140" y="2405651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881592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1" name="Google Shape;2201;p76"/>
          <p:cNvGrpSpPr/>
          <p:nvPr/>
        </p:nvGrpSpPr>
        <p:grpSpPr>
          <a:xfrm rot="10800000" flipH="1">
            <a:off x="-1215840" y="503176"/>
            <a:ext cx="2872823" cy="2439739"/>
            <a:chOff x="4665875" y="2808650"/>
            <a:chExt cx="993850" cy="844025"/>
          </a:xfrm>
        </p:grpSpPr>
        <p:sp>
          <p:nvSpPr>
            <p:cNvPr id="2202" name="Google Shape;220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6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6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9" name="Google Shape;2209;p76"/>
          <p:cNvGrpSpPr/>
          <p:nvPr/>
        </p:nvGrpSpPr>
        <p:grpSpPr>
          <a:xfrm rot="10800000" flipH="1">
            <a:off x="-309809" y="2691848"/>
            <a:ext cx="2872292" cy="2378232"/>
            <a:chOff x="2210400" y="2558550"/>
            <a:chExt cx="971025" cy="804000"/>
          </a:xfrm>
        </p:grpSpPr>
        <p:sp>
          <p:nvSpPr>
            <p:cNvPr id="2210" name="Google Shape;2210;p7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8" name="Google Shape;2218;p76"/>
          <p:cNvSpPr/>
          <p:nvPr/>
        </p:nvSpPr>
        <p:spPr>
          <a:xfrm rot="10800000" flipH="1">
            <a:off x="-94215" y="308110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6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76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1" name="Google Shape;2221;p76"/>
          <p:cNvGrpSpPr/>
          <p:nvPr/>
        </p:nvGrpSpPr>
        <p:grpSpPr>
          <a:xfrm flipH="1">
            <a:off x="6947190" y="-119799"/>
            <a:ext cx="3563418" cy="3276021"/>
            <a:chOff x="4765450" y="2817950"/>
            <a:chExt cx="894275" cy="822150"/>
          </a:xfrm>
        </p:grpSpPr>
        <p:sp>
          <p:nvSpPr>
            <p:cNvPr id="2222" name="Google Shape;222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9546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6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63716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hyperlink" Target="https://docs.google.com/spreadsheets/d/1yyOivDY8dR657rP4NxaecuKr1UyqiImiUjfzptKWbbE/copy#gid=0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yyOivDY8dR657rP4NxaecuKr1UyqiImiUjfzptKWbbE/copy#gid=291118648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yyOivDY8dR657rP4NxaecuKr1UyqiImiUjfzptKWbbE/copy#gid=456908656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.png"/><Relationship Id="rId4" Type="http://schemas.openxmlformats.org/officeDocument/2006/relationships/hyperlink" Target="https://docs.google.com/spreadsheets/d/1yyOivDY8dR657rP4NxaecuKr1UyqiImiUjfzptKWbbE/copy#gid=1286502917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198662" scaled="0"/>
        </a:gra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522358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7200" b="1" dirty="0" err="1">
                <a:latin typeface="+mj-lt"/>
              </a:rPr>
              <a:t>Demande</a:t>
            </a:r>
            <a:r>
              <a:rPr lang="en" sz="7200" b="1" dirty="0">
                <a:latin typeface="+mj-lt"/>
              </a:rPr>
              <a:t> Business</a:t>
            </a:r>
            <a:br>
              <a:rPr lang="en" sz="7200" b="1" dirty="0">
                <a:latin typeface="+mj-lt"/>
              </a:rPr>
            </a:br>
            <a:br>
              <a:rPr lang="en" sz="800" b="1" dirty="0">
                <a:latin typeface="+mj-lt"/>
              </a:rPr>
            </a:br>
            <a:br>
              <a:rPr lang="en" sz="800" b="1" dirty="0">
                <a:latin typeface="+mj-lt"/>
              </a:rPr>
            </a:br>
            <a:r>
              <a:rPr lang="en" sz="3200" b="1" i="1" dirty="0">
                <a:latin typeface="+mj-lt"/>
              </a:rPr>
              <a:t>Segmentation du </a:t>
            </a:r>
            <a:r>
              <a:rPr lang="en" sz="3200" b="1" i="1" dirty="0" err="1">
                <a:latin typeface="+mj-lt"/>
              </a:rPr>
              <a:t>marché</a:t>
            </a:r>
            <a:endParaRPr sz="3200" i="1" dirty="0">
              <a:latin typeface="+mj-lt"/>
            </a:endParaRPr>
          </a:p>
        </p:txBody>
      </p:sp>
      <p:sp>
        <p:nvSpPr>
          <p:cNvPr id="2231" name="Google Shape;2231;p1"/>
          <p:cNvSpPr txBox="1">
            <a:spLocks noGrp="1"/>
          </p:cNvSpPr>
          <p:nvPr>
            <p:ph type="subTitle" idx="1"/>
          </p:nvPr>
        </p:nvSpPr>
        <p:spPr>
          <a:xfrm>
            <a:off x="802815" y="3858127"/>
            <a:ext cx="2338996" cy="33960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05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Modestine BAH – </a:t>
            </a:r>
            <a:r>
              <a:rPr lang="en" sz="1050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  <a:r>
              <a:rPr lang="en" sz="105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10_BIA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9C65E9-9644-CC0A-A450-3FA4B50575F6}"/>
              </a:ext>
            </a:extLst>
          </p:cNvPr>
          <p:cNvSpPr txBox="1"/>
          <p:nvPr/>
        </p:nvSpPr>
        <p:spPr>
          <a:xfrm>
            <a:off x="601578" y="4365141"/>
            <a:ext cx="5358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Projet</a:t>
            </a:r>
            <a:r>
              <a:rPr lang="en-US" sz="1100" i="1" dirty="0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 10 — Business Intelligence Analyst — </a:t>
            </a:r>
            <a:r>
              <a:rPr lang="en-US" sz="1100" i="1" dirty="0" err="1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juin</a:t>
            </a:r>
            <a:r>
              <a:rPr lang="en-US" sz="1100" i="1" dirty="0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 2026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097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00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jeu vidéo en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9848" y="2423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PESTEL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29260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macro du secteur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SWOT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4251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Forces, faiblesses, opportunités, menaces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54880" y="132588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58968" y="1097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actuelles &amp; futures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1600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marché + emerging trends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54880" y="26517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58968" y="2423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segment ciblé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58968" y="29260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Action-RPG multiplateforme 18-35 ans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09160" y="365760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54880" y="397764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58968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4251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 jeu + prévision des ventes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1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UOI GAMES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marché du jeu vidéo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stratégiques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743200" cy="36576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Modestine BAH — Data ESN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440 896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0604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référencées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1980–2022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90372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segment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MISSION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438912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UOI Games
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indépendant spécialisé jeu vidéo
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leur premier jeu vidéo Triple A
</a:t>
            </a:r>
            <a:endParaRPr lang="en-US" sz="15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 = </a:t>
            </a: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à gros budget, qualité AAA, distribution mondiale
</a:t>
            </a:r>
            <a:endParaRPr lang="en-US" sz="15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Interlocutrice : </a:t>
            </a: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Juliette, Responsable projet Triple 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69080" cy="38404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438912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LIVRABLES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16093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PESTEL &amp; SWOT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21579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marché actuelles &amp; futures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chiffrée du segment ciblé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3255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statistiques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3803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jeu Triple 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29768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1808" y="4352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grossière des ventes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ANALYSE PESTEL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01752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Politique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Régulations ESRB/PEGI sur la classification des jeux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Politiques de protection des données (RGPD)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Tensions géopolitiques : restrictions marché chinois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73552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Économique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mondial : 197 Md$ en 2023, +8% / 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Free-to-play dominant : 80% des revenus mobile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Inflation : pression sur prix des jeux AAA (70€)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45352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3,2 milliards de joueurs dans le monde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Dématérialisation : 75% des ventes sont digitales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Essor gaming féminin : 48% des joueurs sont des femmes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10896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28600" y="310896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01752" y="31638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Technologique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56616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PS5/Xbox Series X : nouvelles capacités graphiques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gaming : Xbox Game Pass, GeForce Now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générative dans la création de jeux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73552" y="31638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Environnemental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56616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Empreinte carbone des datacenters cloud gaming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Tendance gaming dématérialisé = moins d'emballages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Engagement RSE des grands studios (Ubisoft, EA)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310896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72200" y="310896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245352" y="31638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Légal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56616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Loot boxes : régulation en cours (Belgique, Pays-Bas)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DRM et piratage : enjeux de protection 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Droit des studios indés face aux grands éditeurs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MATRICE SWOT — MARCHÉ JEU VIDÉO TRIPLE 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9768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014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en croissance continue (+8%/an)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Audience mondiale de 3,2 Md de joueurs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Technologie PS5/Xbox Series X mature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Succès des licences RPG (Elden Ring, Final Fantasy)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Modèles de revenus diversifiés (DLC, pass)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960120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297680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73168" y="1014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417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Coûts de développement AAA : 100-300 M$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Délais longs (3-7 ans de dev)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Concentration du marché autour des grands studios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Risque d'échec commercial élevé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Difficulté de visibilité pour un nouveau studio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044952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28600" y="3044952"/>
            <a:ext cx="4297680" cy="384048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3099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502152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 Action-RPG sous-exploité par les indés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Croissance du marché PC et Switch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Succès des jeux narratifs immersifs (Baldur's Gate 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Communautés très fidèles et prescriptrices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Co-production avec studios établis possible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3044952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81728" y="3044952"/>
            <a:ext cx="4297680" cy="384048"/>
          </a:xfrm>
          <a:prstGeom prst="rect">
            <a:avLst/>
          </a:prstGeom>
          <a:solidFill>
            <a:srgbClr val="5A5A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73168" y="3099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502152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Concurrence intense : Sony, Microsoft, Nintendo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Saturation du marché mobile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Cycles de hype courts (jeu oublié en 6 mois)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Dépendance aux plateformes (Steam, PS Store)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Rachat des studios indés par les géants (Xbox)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TENDANCES ACTUELLES DU MARCHÉ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Md$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mondial 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41448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Mds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41448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dans le monde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54296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54296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+8%/an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54296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67144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67144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440 896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67144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publiés (notre BDD)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 par volume (440 896 jeux)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2468880"/>
            <a:ext cx="2483510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1142" y="24231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843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54480" y="2889504"/>
            <a:ext cx="1971446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599078" y="28437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32644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54480" y="3310128"/>
            <a:ext cx="1766621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94253" y="32644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36850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3730752"/>
            <a:ext cx="1536192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163824" y="36850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" y="4105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54480" y="4151376"/>
            <a:ext cx="1100938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728570" y="41056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45262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54480" y="4572000"/>
            <a:ext cx="588874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216506" y="4526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les plus vendues (millions)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2468880"/>
            <a:ext cx="2076831" cy="237744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9053703" y="24231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 Switch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2889504"/>
            <a:ext cx="1669351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646224" y="28437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264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03720" y="3310128"/>
            <a:ext cx="1524762" cy="237744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501634" y="32644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3685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 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3730752"/>
            <a:ext cx="2063686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9040559" y="36850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105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4151376"/>
            <a:ext cx="565213" cy="23774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7542086" y="41056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PC domine la publication (258 865 jeux) · iOS 2ème (67 002) · PS4 et Switch leaders sur console fixe/hybride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TENDANCES FUTURES &amp; PERSPECTIVES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069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cloud gaming devrait peser 8,5 Md$ d'ici 2025. Xbox Game Pass et PlayStation Now transforment le modèle d'accès au jeu.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069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2704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réduit les coûts de dev (textures, dialogues, PNJ). Studios AAA déjà en production avec Copilot/Unreal AI.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63640" y="1069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Multiplateforme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52704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forte : les joueurs veulent jouer partout. Baldur's Gate 3 (GOTY 2023) : PC + PS5 simultané. +35% de revenus vs exclusivité.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20040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331012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Narratif Immersif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76732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narratifs en forte croissance (+24%). Notes Metacritic : RPG = 76,1/100 (meilleure moyenne tous genres). Engagement joueur : 7,8h playtime moyen.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91840" y="3310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Asiatique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76732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Chine et le Japon représentent 48% du marché mondial. Les RPG style JRPG (FF, Persona) cartonnent globalement.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20040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263640" y="3310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76732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et Season Pass : +40% de revenus additionnels sur un jeu AAA. Battle pass moins bien perçu (loot boxes réglementées).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ANALYSE DU SEGMENT CIBLÉ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Segment retenu : Action-RPG | Multiplateforme PC + PS5 + Switch | Public 18–35 ans | Narratif immersif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76,1/100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: meilleure note Metacritic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score de tous les genres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41448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32888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Action-RPG : engagement maximal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32888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 moyen le plus élevé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54296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654296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0,44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note ↔ popularité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45736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jeu est noté, plus il est joué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67144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67144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58584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RPG en croissance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58584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 du genre RPG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333756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du consommateur cible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1752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ans, joueurs 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Majoritairement masculin mais féminisation en hausse (48% de femmes joueurs)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41448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1460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990088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console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32888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: PC dominant (258K jeux), PS5 en forte croissance, Switch pour mobilité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54296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27448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02936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/ narrative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45736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immersion, histoire riche, liberté de choix. ESRB Teen/Mature = cible prioritaire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67144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940296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15784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DLC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58584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payer 60-70€ + extensions si qualité. Allergique aux loot boxes abusives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ANALYSES DE CORRÉLATION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statistiques issues de la base de 440 896 jeux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8686800" cy="10972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109728" cy="1097280"/>
          </a:xfrm>
          <a:prstGeom prst="rect">
            <a:avLst/>
          </a:prstGeom>
          <a:solidFill>
            <a:srgbClr val="2D9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Metacritic  ↔  Rating joueurs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0,44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8660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Corrélation significative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jeux bien notés par la presse sont aussi bien évalués par les joueurs — cohérence de la qualité perçue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06040"/>
            <a:ext cx="8686800" cy="10972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109728" cy="1097280"/>
          </a:xfrm>
          <a:prstGeom prst="rect">
            <a:avLst/>
          </a:prstGeom>
          <a:solidFill>
            <a:srgbClr val="2D9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Metacritic  ↔  Nombre de ratings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0,35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Corrélation significative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jeux de qualité génèrent plus d'engagement communautaire — effet prescription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794760"/>
            <a:ext cx="8686800" cy="10972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109728" cy="10972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  ↔  Note Metacritic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840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0,17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Corrélation faible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Corrélation faible : la durée de vie n'est pas uniquement déterminée par la qualité — game design est clé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8686800" cy="77724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Investir dans la qualité (Metacritic élevé) est la meilleure stratégie de croissance.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bien noté génère plus d'engagement, plus de reviews, et une communauté prescriptrice qui soutient les ventes long terme.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VALIDATION DU SEGMENT : QUESTIONNAIRE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diffusé auprès de 15 répondants — Google 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8686800" cy="658368"/>
          </a:xfrm>
          <a:prstGeom prst="rect">
            <a:avLst/>
          </a:prstGeom>
          <a:solidFill>
            <a:srgbClr val="F5F2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plateforme utilisez-vous principalement 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4447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PC 60% · PS5 27% · Switch 13%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81051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8686800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10312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28600" y="22402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176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genre de jeu préférez-vous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1762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RPG 40% · Action-Aventure 33% · FPS 13% · Autre 14%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254203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8686800" cy="658368"/>
          </a:xfrm>
          <a:prstGeom prst="rect">
            <a:avLst/>
          </a:prstGeom>
          <a:solidFill>
            <a:srgbClr val="F5F2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28600" y="2971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907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dépensez-vous par an en jeux vidéo 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9077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60-150€ : 47% · 150-300€ : 33% · +300€ : 20%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27355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28600" y="3566160"/>
            <a:ext cx="8686800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28600" y="356616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28600" y="37033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639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vous pousse à acheter un jeu 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3639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Histoire/scénario 53% · Gameplay 40% · Graphismes 7%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400507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F5F2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28600" y="429768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28600" y="44348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Seriez-vous intéressé par un RPG narratif indépendant 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3708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Très intéressé 60% · Intéressé 33% · Non 7%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473659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28600" y="5074920"/>
            <a:ext cx="86868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Résultat clé : 93% des répondants intéressés par un RPG narratif · Le scénario prime sur les graphismes · PC + PS5 = plateformes prioritaires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RECOMMANDATION STRATÉGIQUE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9601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CONCEPT RECOMMANDÉ : « NEXUS RIFT 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Action-RPG narratif en monde semi-ouvert · PC + PlayStation 5 + Nintendo Switch · Public : 18-35 ans / PEGI 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Univers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Science-fantasy post-apocalyptique. Monde semi-ouvert avec exploration, choix moraux et fins multiples.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32888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Gameplay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en temps réel avec éléments tactiques. Arbre de compétences profond. Coopération en ligne optionnelle.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54296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45736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Narration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5736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principal de 40h + contenu annexe. Dialogues doublés, personnages mémorables. Fort accent sur les choix du joueur.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958584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Modèle éco.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58584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base 59,99€. 2 DLC narratifs à 14,99€. Pass cosmétique optionnel. Pas de loot box.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recommandé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114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Série animée / manga 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(modèle Arcane / Netflix)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Partenariat influenceurs 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(YouTube, Twitch, TikTok)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OST en streaming 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(Spotify / Apple Music)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 + figurines collector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(édition limitée)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grossière des ventes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4114800"/>
            <a:ext cx="1389888" cy="914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63440" y="41605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bas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445312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 unités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7365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4114800"/>
            <a:ext cx="1389888" cy="9144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144768" y="41605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central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44768" y="445312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M unités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47365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26096" y="4114800"/>
            <a:ext cx="1389888" cy="914400"/>
          </a:xfrm>
          <a:prstGeom prst="rect">
            <a:avLst/>
          </a:prstGeom>
          <a:solidFill>
            <a:srgbClr val="2D9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626096" y="41605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haut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26096" y="445312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 unités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26096" y="47365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M€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17"/>
          <p:cNvSpPr txBox="1">
            <a:spLocks noGrp="1"/>
          </p:cNvSpPr>
          <p:nvPr>
            <p:ph type="title"/>
          </p:nvPr>
        </p:nvSpPr>
        <p:spPr>
          <a:xfrm>
            <a:off x="713225" y="539499"/>
            <a:ext cx="7717500" cy="407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6600" dirty="0"/>
              <a:t>Annexes des slides</a:t>
            </a:r>
            <a:endParaRPr dirty="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Strategic </a:t>
            </a:r>
            <a:r>
              <a:rPr lang="en" b="1"/>
              <a:t>planning project plan</a:t>
            </a:r>
            <a:endParaRPr b="1"/>
          </a:p>
        </p:txBody>
      </p:sp>
      <p:graphicFrame>
        <p:nvGraphicFramePr>
          <p:cNvPr id="2374" name="Google Shape;2374;p18"/>
          <p:cNvGraphicFramePr/>
          <p:nvPr/>
        </p:nvGraphicFramePr>
        <p:xfrm>
          <a:off x="790338" y="1244750"/>
          <a:ext cx="7563275" cy="33368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0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8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2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STEP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Week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3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7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8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9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1-Kick off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2-Business insights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3-Mission and vision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4-Key Strategic Objectives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5-Strategic map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6-Balance scorecard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7-Strategic objectives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8-First report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75" name="Google Shape;2375;p18"/>
          <p:cNvSpPr txBox="1"/>
          <p:nvPr/>
        </p:nvSpPr>
        <p:spPr>
          <a:xfrm>
            <a:off x="3690925" y="2341952"/>
            <a:ext cx="2352300" cy="396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Workshop # 1</a:t>
            </a:r>
            <a:endParaRPr sz="1400" b="0" i="0" u="none" strike="noStrike" cap="none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76" name="Google Shape;2376;p18"/>
          <p:cNvSpPr txBox="1"/>
          <p:nvPr/>
        </p:nvSpPr>
        <p:spPr>
          <a:xfrm>
            <a:off x="5258050" y="3834350"/>
            <a:ext cx="1940400" cy="396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Workshop # 2</a:t>
            </a:r>
            <a:endParaRPr sz="1400" b="0" i="0" u="none" strike="noStrike" cap="none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2377" name="Google Shape;2377;p18"/>
          <p:cNvGrpSpPr/>
          <p:nvPr/>
        </p:nvGrpSpPr>
        <p:grpSpPr>
          <a:xfrm>
            <a:off x="3124475" y="2111150"/>
            <a:ext cx="168900" cy="1105500"/>
            <a:chOff x="3124475" y="2111150"/>
            <a:chExt cx="168900" cy="1105500"/>
          </a:xfrm>
        </p:grpSpPr>
        <p:cxnSp>
          <p:nvCxnSpPr>
            <p:cNvPr id="2378" name="Google Shape;2378;p18"/>
            <p:cNvCxnSpPr/>
            <p:nvPr/>
          </p:nvCxnSpPr>
          <p:spPr>
            <a:xfrm>
              <a:off x="3293375" y="2111150"/>
              <a:ext cx="0" cy="1105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9" name="Google Shape;2379;p18"/>
            <p:cNvCxnSpPr/>
            <p:nvPr/>
          </p:nvCxnSpPr>
          <p:spPr>
            <a:xfrm rot="10800000">
              <a:off x="3124475" y="2111150"/>
              <a:ext cx="168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0" name="Google Shape;2380;p18"/>
            <p:cNvCxnSpPr/>
            <p:nvPr/>
          </p:nvCxnSpPr>
          <p:spPr>
            <a:xfrm rot="10800000">
              <a:off x="3124475" y="3216650"/>
              <a:ext cx="168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81" name="Google Shape;2381;p18"/>
          <p:cNvGrpSpPr/>
          <p:nvPr/>
        </p:nvGrpSpPr>
        <p:grpSpPr>
          <a:xfrm>
            <a:off x="3124475" y="3650750"/>
            <a:ext cx="168900" cy="732900"/>
            <a:chOff x="3124475" y="3650750"/>
            <a:chExt cx="168900" cy="732900"/>
          </a:xfrm>
        </p:grpSpPr>
        <p:cxnSp>
          <p:nvCxnSpPr>
            <p:cNvPr id="2382" name="Google Shape;2382;p18"/>
            <p:cNvCxnSpPr/>
            <p:nvPr/>
          </p:nvCxnSpPr>
          <p:spPr>
            <a:xfrm>
              <a:off x="3293375" y="3650750"/>
              <a:ext cx="0" cy="73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3" name="Google Shape;2383;p18"/>
            <p:cNvCxnSpPr/>
            <p:nvPr/>
          </p:nvCxnSpPr>
          <p:spPr>
            <a:xfrm rot="10800000">
              <a:off x="3124475" y="3650750"/>
              <a:ext cx="168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4" name="Google Shape;2384;p18"/>
            <p:cNvCxnSpPr/>
            <p:nvPr/>
          </p:nvCxnSpPr>
          <p:spPr>
            <a:xfrm rot="10800000">
              <a:off x="3124475" y="4383650"/>
              <a:ext cx="168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19"/>
          <p:cNvSpPr/>
          <p:nvPr/>
        </p:nvSpPr>
        <p:spPr>
          <a:xfrm>
            <a:off x="6142238" y="3115838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19"/>
          <p:cNvSpPr/>
          <p:nvPr/>
        </p:nvSpPr>
        <p:spPr>
          <a:xfrm>
            <a:off x="2194588" y="3115838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19"/>
          <p:cNvSpPr/>
          <p:nvPr/>
        </p:nvSpPr>
        <p:spPr>
          <a:xfrm>
            <a:off x="6142238" y="1337713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19"/>
          <p:cNvSpPr/>
          <p:nvPr/>
        </p:nvSpPr>
        <p:spPr>
          <a:xfrm>
            <a:off x="2194588" y="1337713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Strategic</a:t>
            </a:r>
            <a:r>
              <a:rPr lang="en" b="1"/>
              <a:t> planning project plan</a:t>
            </a:r>
            <a:endParaRPr b="1"/>
          </a:p>
        </p:txBody>
      </p:sp>
      <p:sp>
        <p:nvSpPr>
          <p:cNvPr id="2394" name="Google Shape;2394;p19"/>
          <p:cNvSpPr txBox="1">
            <a:spLocks noGrp="1"/>
          </p:cNvSpPr>
          <p:nvPr>
            <p:ph type="title" idx="2"/>
          </p:nvPr>
        </p:nvSpPr>
        <p:spPr>
          <a:xfrm>
            <a:off x="1195863" y="18352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Mission</a:t>
            </a:r>
            <a:endParaRPr/>
          </a:p>
        </p:txBody>
      </p:sp>
      <p:sp>
        <p:nvSpPr>
          <p:cNvPr id="2395" name="Google Shape;2395;p19"/>
          <p:cNvSpPr txBox="1">
            <a:spLocks noGrp="1"/>
          </p:cNvSpPr>
          <p:nvPr>
            <p:ph type="subTitle" idx="1"/>
          </p:nvPr>
        </p:nvSpPr>
        <p:spPr>
          <a:xfrm>
            <a:off x="1195825" y="227870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Venus is the second planet from the Sun and it is very hot</a:t>
            </a:r>
            <a:endParaRPr/>
          </a:p>
        </p:txBody>
      </p:sp>
      <p:sp>
        <p:nvSpPr>
          <p:cNvPr id="2396" name="Google Shape;2396;p19"/>
          <p:cNvSpPr txBox="1">
            <a:spLocks noGrp="1"/>
          </p:cNvSpPr>
          <p:nvPr>
            <p:ph type="title" idx="3"/>
          </p:nvPr>
        </p:nvSpPr>
        <p:spPr>
          <a:xfrm>
            <a:off x="5081043" y="18352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Vision</a:t>
            </a:r>
            <a:endParaRPr/>
          </a:p>
        </p:txBody>
      </p:sp>
      <p:sp>
        <p:nvSpPr>
          <p:cNvPr id="2397" name="Google Shape;2397;p19"/>
          <p:cNvSpPr txBox="1">
            <a:spLocks noGrp="1"/>
          </p:cNvSpPr>
          <p:nvPr>
            <p:ph type="subTitle" idx="4"/>
          </p:nvPr>
        </p:nvSpPr>
        <p:spPr>
          <a:xfrm>
            <a:off x="5081005" y="227870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Jupiter is a gas giant and the biggest planet in the Solar  entire System </a:t>
            </a:r>
            <a:endParaRPr/>
          </a:p>
        </p:txBody>
      </p:sp>
      <p:sp>
        <p:nvSpPr>
          <p:cNvPr id="2398" name="Google Shape;2398;p19"/>
          <p:cNvSpPr txBox="1">
            <a:spLocks noGrp="1"/>
          </p:cNvSpPr>
          <p:nvPr>
            <p:ph type="title" idx="5"/>
          </p:nvPr>
        </p:nvSpPr>
        <p:spPr>
          <a:xfrm>
            <a:off x="1195850" y="36195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2399" name="Google Shape;2399;p19"/>
          <p:cNvSpPr txBox="1">
            <a:spLocks noGrp="1"/>
          </p:cNvSpPr>
          <p:nvPr>
            <p:ph type="subTitle" idx="6"/>
          </p:nvPr>
        </p:nvSpPr>
        <p:spPr>
          <a:xfrm>
            <a:off x="1195813" y="40629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very cold planet full of iron oxide</a:t>
            </a:r>
            <a:endParaRPr/>
          </a:p>
        </p:txBody>
      </p:sp>
      <p:sp>
        <p:nvSpPr>
          <p:cNvPr id="2400" name="Google Shape;2400;p19"/>
          <p:cNvSpPr txBox="1">
            <a:spLocks noGrp="1"/>
          </p:cNvSpPr>
          <p:nvPr>
            <p:ph type="title" idx="7"/>
          </p:nvPr>
        </p:nvSpPr>
        <p:spPr>
          <a:xfrm>
            <a:off x="5081030" y="36195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Key initiatives</a:t>
            </a:r>
            <a:endParaRPr/>
          </a:p>
        </p:txBody>
      </p:sp>
      <p:sp>
        <p:nvSpPr>
          <p:cNvPr id="2401" name="Google Shape;2401;p19"/>
          <p:cNvSpPr txBox="1">
            <a:spLocks noGrp="1"/>
          </p:cNvSpPr>
          <p:nvPr>
            <p:ph type="subTitle" idx="8"/>
          </p:nvPr>
        </p:nvSpPr>
        <p:spPr>
          <a:xfrm>
            <a:off x="5080993" y="40629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Saturn is composed mostly of hydrogen and helium gases</a:t>
            </a:r>
            <a:endParaRPr/>
          </a:p>
        </p:txBody>
      </p:sp>
      <p:grpSp>
        <p:nvGrpSpPr>
          <p:cNvPr id="2402" name="Google Shape;2402;p19"/>
          <p:cNvGrpSpPr/>
          <p:nvPr/>
        </p:nvGrpSpPr>
        <p:grpSpPr>
          <a:xfrm>
            <a:off x="2409219" y="1444076"/>
            <a:ext cx="315327" cy="314978"/>
            <a:chOff x="5823294" y="2309751"/>
            <a:chExt cx="315327" cy="314978"/>
          </a:xfrm>
        </p:grpSpPr>
        <p:sp>
          <p:nvSpPr>
            <p:cNvPr id="2403" name="Google Shape;2403;p19"/>
            <p:cNvSpPr/>
            <p:nvPr/>
          </p:nvSpPr>
          <p:spPr>
            <a:xfrm>
              <a:off x="5823294" y="2309751"/>
              <a:ext cx="315327" cy="314978"/>
            </a:xfrm>
            <a:custGeom>
              <a:avLst/>
              <a:gdLst/>
              <a:ahLst/>
              <a:cxnLst/>
              <a:rect l="l" t="t" r="r" b="b"/>
              <a:pathLst>
                <a:path w="9930" h="9919" extrusionOk="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19"/>
            <p:cNvSpPr/>
            <p:nvPr/>
          </p:nvSpPr>
          <p:spPr>
            <a:xfrm>
              <a:off x="5846348" y="2332805"/>
              <a:ext cx="268457" cy="268489"/>
            </a:xfrm>
            <a:custGeom>
              <a:avLst/>
              <a:gdLst/>
              <a:ahLst/>
              <a:cxnLst/>
              <a:rect l="l" t="t" r="r" b="b"/>
              <a:pathLst>
                <a:path w="8454" h="8455" extrusionOk="0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19"/>
            <p:cNvSpPr/>
            <p:nvPr/>
          </p:nvSpPr>
          <p:spPr>
            <a:xfrm>
              <a:off x="5869402" y="2462111"/>
              <a:ext cx="15909" cy="9495"/>
            </a:xfrm>
            <a:custGeom>
              <a:avLst/>
              <a:gdLst/>
              <a:ahLst/>
              <a:cxnLst/>
              <a:rect l="l" t="t" r="r" b="b"/>
              <a:pathLst>
                <a:path w="501" h="299" extrusionOk="0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19"/>
            <p:cNvSpPr/>
            <p:nvPr/>
          </p:nvSpPr>
          <p:spPr>
            <a:xfrm>
              <a:off x="5976416" y="2354748"/>
              <a:ext cx="116858" cy="116858"/>
            </a:xfrm>
            <a:custGeom>
              <a:avLst/>
              <a:gdLst/>
              <a:ahLst/>
              <a:cxnLst/>
              <a:rect l="l" t="t" r="r" b="b"/>
              <a:pathLst>
                <a:path w="3680" h="3680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19"/>
            <p:cNvSpPr/>
            <p:nvPr/>
          </p:nvSpPr>
          <p:spPr>
            <a:xfrm>
              <a:off x="5976416" y="2562679"/>
              <a:ext cx="9463" cy="16290"/>
            </a:xfrm>
            <a:custGeom>
              <a:avLst/>
              <a:gdLst/>
              <a:ahLst/>
              <a:cxnLst/>
              <a:rect l="l" t="t" r="r" b="b"/>
              <a:pathLst>
                <a:path w="298" h="513" extrusionOk="0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19"/>
            <p:cNvSpPr/>
            <p:nvPr/>
          </p:nvSpPr>
          <p:spPr>
            <a:xfrm>
              <a:off x="5900395" y="2386217"/>
              <a:ext cx="15179" cy="13909"/>
            </a:xfrm>
            <a:custGeom>
              <a:avLst/>
              <a:gdLst/>
              <a:ahLst/>
              <a:cxnLst/>
              <a:rect l="l" t="t" r="r" b="b"/>
              <a:pathLst>
                <a:path w="478" h="438" extrusionOk="0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19"/>
            <p:cNvSpPr/>
            <p:nvPr/>
          </p:nvSpPr>
          <p:spPr>
            <a:xfrm>
              <a:off x="6047484" y="2533655"/>
              <a:ext cx="15147" cy="13940"/>
            </a:xfrm>
            <a:custGeom>
              <a:avLst/>
              <a:gdLst/>
              <a:ahLst/>
              <a:cxnLst/>
              <a:rect l="l" t="t" r="r" b="b"/>
              <a:pathLst>
                <a:path w="477" h="439" extrusionOk="0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19"/>
            <p:cNvSpPr/>
            <p:nvPr/>
          </p:nvSpPr>
          <p:spPr>
            <a:xfrm>
              <a:off x="6047484" y="2386217"/>
              <a:ext cx="15147" cy="13909"/>
            </a:xfrm>
            <a:custGeom>
              <a:avLst/>
              <a:gdLst/>
              <a:ahLst/>
              <a:cxnLst/>
              <a:rect l="l" t="t" r="r" b="b"/>
              <a:pathLst>
                <a:path w="477" h="438" extrusionOk="0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19"/>
            <p:cNvSpPr/>
            <p:nvPr/>
          </p:nvSpPr>
          <p:spPr>
            <a:xfrm>
              <a:off x="5900395" y="2533655"/>
              <a:ext cx="15179" cy="13940"/>
            </a:xfrm>
            <a:custGeom>
              <a:avLst/>
              <a:gdLst/>
              <a:ahLst/>
              <a:cxnLst/>
              <a:rect l="l" t="t" r="r" b="b"/>
              <a:pathLst>
                <a:path w="478" h="439" extrusionOk="0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19"/>
            <p:cNvSpPr/>
            <p:nvPr/>
          </p:nvSpPr>
          <p:spPr>
            <a:xfrm>
              <a:off x="5877341" y="2420639"/>
              <a:ext cx="16671" cy="11654"/>
            </a:xfrm>
            <a:custGeom>
              <a:avLst/>
              <a:gdLst/>
              <a:ahLst/>
              <a:cxnLst/>
              <a:rect l="l" t="t" r="r" b="b"/>
              <a:pathLst>
                <a:path w="525" h="367" extrusionOk="0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19"/>
            <p:cNvSpPr/>
            <p:nvPr/>
          </p:nvSpPr>
          <p:spPr>
            <a:xfrm>
              <a:off x="6068665" y="2501519"/>
              <a:ext cx="16671" cy="11654"/>
            </a:xfrm>
            <a:custGeom>
              <a:avLst/>
              <a:gdLst/>
              <a:ahLst/>
              <a:cxnLst/>
              <a:rect l="l" t="t" r="r" b="b"/>
              <a:pathLst>
                <a:path w="525" h="367" extrusionOk="0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19"/>
            <p:cNvSpPr/>
            <p:nvPr/>
          </p:nvSpPr>
          <p:spPr>
            <a:xfrm>
              <a:off x="6015729" y="2363353"/>
              <a:ext cx="12893" cy="15623"/>
            </a:xfrm>
            <a:custGeom>
              <a:avLst/>
              <a:gdLst/>
              <a:ahLst/>
              <a:cxnLst/>
              <a:rect l="l" t="t" r="r" b="b"/>
              <a:pathLst>
                <a:path w="406" h="492" extrusionOk="0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19"/>
            <p:cNvSpPr/>
            <p:nvPr/>
          </p:nvSpPr>
          <p:spPr>
            <a:xfrm>
              <a:off x="5934055" y="2554836"/>
              <a:ext cx="13274" cy="15433"/>
            </a:xfrm>
            <a:custGeom>
              <a:avLst/>
              <a:gdLst/>
              <a:ahLst/>
              <a:cxnLst/>
              <a:rect l="l" t="t" r="r" b="b"/>
              <a:pathLst>
                <a:path w="418" h="486" extrusionOk="0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19"/>
            <p:cNvSpPr/>
            <p:nvPr/>
          </p:nvSpPr>
          <p:spPr>
            <a:xfrm>
              <a:off x="5935960" y="2362401"/>
              <a:ext cx="12861" cy="15814"/>
            </a:xfrm>
            <a:custGeom>
              <a:avLst/>
              <a:gdLst/>
              <a:ahLst/>
              <a:cxnLst/>
              <a:rect l="l" t="t" r="r" b="b"/>
              <a:pathLst>
                <a:path w="405" h="498" extrusionOk="0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19"/>
            <p:cNvSpPr/>
            <p:nvPr/>
          </p:nvSpPr>
          <p:spPr>
            <a:xfrm>
              <a:off x="6013824" y="2555820"/>
              <a:ext cx="12893" cy="15592"/>
            </a:xfrm>
            <a:custGeom>
              <a:avLst/>
              <a:gdLst/>
              <a:ahLst/>
              <a:cxnLst/>
              <a:rect l="l" t="t" r="r" b="b"/>
              <a:pathLst>
                <a:path w="406" h="491" extrusionOk="0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19"/>
            <p:cNvSpPr/>
            <p:nvPr/>
          </p:nvSpPr>
          <p:spPr>
            <a:xfrm>
              <a:off x="6069776" y="2422132"/>
              <a:ext cx="16290" cy="11654"/>
            </a:xfrm>
            <a:custGeom>
              <a:avLst/>
              <a:gdLst/>
              <a:ahLst/>
              <a:cxnLst/>
              <a:rect l="l" t="t" r="r" b="b"/>
              <a:pathLst>
                <a:path w="513" h="367" extrusionOk="0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19"/>
            <p:cNvSpPr/>
            <p:nvPr/>
          </p:nvSpPr>
          <p:spPr>
            <a:xfrm>
              <a:off x="5876960" y="2500027"/>
              <a:ext cx="16290" cy="11654"/>
            </a:xfrm>
            <a:custGeom>
              <a:avLst/>
              <a:gdLst/>
              <a:ahLst/>
              <a:cxnLst/>
              <a:rect l="l" t="t" r="r" b="b"/>
              <a:pathLst>
                <a:path w="513" h="367" extrusionOk="0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0" name="Google Shape;2420;p19"/>
          <p:cNvGrpSpPr/>
          <p:nvPr/>
        </p:nvGrpSpPr>
        <p:grpSpPr>
          <a:xfrm>
            <a:off x="6364159" y="1423251"/>
            <a:ext cx="300897" cy="356627"/>
            <a:chOff x="8020159" y="1516551"/>
            <a:chExt cx="300897" cy="356627"/>
          </a:xfrm>
        </p:grpSpPr>
        <p:sp>
          <p:nvSpPr>
            <p:cNvPr id="2421" name="Google Shape;2421;p19"/>
            <p:cNvSpPr/>
            <p:nvPr/>
          </p:nvSpPr>
          <p:spPr>
            <a:xfrm>
              <a:off x="8126240" y="1669482"/>
              <a:ext cx="88703" cy="30523"/>
            </a:xfrm>
            <a:custGeom>
              <a:avLst/>
              <a:gdLst/>
              <a:ahLst/>
              <a:cxnLst/>
              <a:rect l="l" t="t" r="r" b="b"/>
              <a:pathLst>
                <a:path w="2787" h="959" extrusionOk="0">
                  <a:moveTo>
                    <a:pt x="1144" y="1"/>
                  </a:moveTo>
                  <a:cubicBezTo>
                    <a:pt x="800" y="1"/>
                    <a:pt x="487" y="41"/>
                    <a:pt x="287" y="77"/>
                  </a:cubicBezTo>
                  <a:cubicBezTo>
                    <a:pt x="120" y="101"/>
                    <a:pt x="1" y="244"/>
                    <a:pt x="1" y="411"/>
                  </a:cubicBezTo>
                  <a:lnTo>
                    <a:pt x="1" y="792"/>
                  </a:lnTo>
                  <a:cubicBezTo>
                    <a:pt x="1" y="875"/>
                    <a:pt x="72" y="958"/>
                    <a:pt x="167" y="958"/>
                  </a:cubicBezTo>
                  <a:cubicBezTo>
                    <a:pt x="251" y="958"/>
                    <a:pt x="322" y="875"/>
                    <a:pt x="322" y="792"/>
                  </a:cubicBezTo>
                  <a:lnTo>
                    <a:pt x="322" y="411"/>
                  </a:lnTo>
                  <a:cubicBezTo>
                    <a:pt x="322" y="411"/>
                    <a:pt x="322" y="399"/>
                    <a:pt x="346" y="399"/>
                  </a:cubicBezTo>
                  <a:cubicBezTo>
                    <a:pt x="510" y="379"/>
                    <a:pt x="814" y="344"/>
                    <a:pt x="1164" y="344"/>
                  </a:cubicBezTo>
                  <a:cubicBezTo>
                    <a:pt x="1246" y="344"/>
                    <a:pt x="1331" y="346"/>
                    <a:pt x="1418" y="351"/>
                  </a:cubicBezTo>
                  <a:cubicBezTo>
                    <a:pt x="1918" y="387"/>
                    <a:pt x="2287" y="518"/>
                    <a:pt x="2513" y="744"/>
                  </a:cubicBezTo>
                  <a:cubicBezTo>
                    <a:pt x="2543" y="774"/>
                    <a:pt x="2584" y="789"/>
                    <a:pt x="2628" y="789"/>
                  </a:cubicBezTo>
                  <a:cubicBezTo>
                    <a:pt x="2671" y="789"/>
                    <a:pt x="2715" y="774"/>
                    <a:pt x="2751" y="744"/>
                  </a:cubicBezTo>
                  <a:cubicBezTo>
                    <a:pt x="2787" y="672"/>
                    <a:pt x="2787" y="565"/>
                    <a:pt x="2727" y="494"/>
                  </a:cubicBezTo>
                  <a:cubicBezTo>
                    <a:pt x="2338" y="104"/>
                    <a:pt x="1699" y="1"/>
                    <a:pt x="1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19"/>
            <p:cNvSpPr/>
            <p:nvPr/>
          </p:nvSpPr>
          <p:spPr>
            <a:xfrm>
              <a:off x="8069778" y="1621518"/>
              <a:ext cx="200513" cy="251278"/>
            </a:xfrm>
            <a:custGeom>
              <a:avLst/>
              <a:gdLst/>
              <a:ahLst/>
              <a:cxnLst/>
              <a:rect l="l" t="t" r="r" b="b"/>
              <a:pathLst>
                <a:path w="6300" h="7895" extrusionOk="0">
                  <a:moveTo>
                    <a:pt x="4918" y="358"/>
                  </a:moveTo>
                  <a:lnTo>
                    <a:pt x="4918" y="1953"/>
                  </a:lnTo>
                  <a:cubicBezTo>
                    <a:pt x="4918" y="2191"/>
                    <a:pt x="4859" y="2429"/>
                    <a:pt x="4751" y="2644"/>
                  </a:cubicBezTo>
                  <a:cubicBezTo>
                    <a:pt x="4739" y="2656"/>
                    <a:pt x="4739" y="2680"/>
                    <a:pt x="4739" y="2715"/>
                  </a:cubicBezTo>
                  <a:lnTo>
                    <a:pt x="4739" y="3180"/>
                  </a:lnTo>
                  <a:cubicBezTo>
                    <a:pt x="4739" y="3620"/>
                    <a:pt x="4561" y="4037"/>
                    <a:pt x="4227" y="4334"/>
                  </a:cubicBezTo>
                  <a:cubicBezTo>
                    <a:pt x="3935" y="4605"/>
                    <a:pt x="3563" y="4768"/>
                    <a:pt x="3158" y="4768"/>
                  </a:cubicBezTo>
                  <a:cubicBezTo>
                    <a:pt x="3118" y="4768"/>
                    <a:pt x="3077" y="4766"/>
                    <a:pt x="3037" y="4763"/>
                  </a:cubicBezTo>
                  <a:cubicBezTo>
                    <a:pt x="2227" y="4704"/>
                    <a:pt x="1572" y="3977"/>
                    <a:pt x="1572" y="3108"/>
                  </a:cubicBezTo>
                  <a:lnTo>
                    <a:pt x="1572" y="2715"/>
                  </a:lnTo>
                  <a:cubicBezTo>
                    <a:pt x="1572" y="2680"/>
                    <a:pt x="1572" y="2668"/>
                    <a:pt x="1549" y="2644"/>
                  </a:cubicBezTo>
                  <a:cubicBezTo>
                    <a:pt x="1453" y="2418"/>
                    <a:pt x="1394" y="2191"/>
                    <a:pt x="1394" y="1953"/>
                  </a:cubicBezTo>
                  <a:lnTo>
                    <a:pt x="1394" y="1596"/>
                  </a:lnTo>
                  <a:cubicBezTo>
                    <a:pt x="1394" y="905"/>
                    <a:pt x="1941" y="358"/>
                    <a:pt x="2620" y="358"/>
                  </a:cubicBezTo>
                  <a:close/>
                  <a:moveTo>
                    <a:pt x="4049" y="4858"/>
                  </a:moveTo>
                  <a:lnTo>
                    <a:pt x="4049" y="5156"/>
                  </a:lnTo>
                  <a:lnTo>
                    <a:pt x="3156" y="5775"/>
                  </a:lnTo>
                  <a:lnTo>
                    <a:pt x="2263" y="5168"/>
                  </a:lnTo>
                  <a:lnTo>
                    <a:pt x="2263" y="4858"/>
                  </a:lnTo>
                  <a:cubicBezTo>
                    <a:pt x="2489" y="4977"/>
                    <a:pt x="2763" y="5061"/>
                    <a:pt x="3025" y="5073"/>
                  </a:cubicBezTo>
                  <a:lnTo>
                    <a:pt x="3156" y="5073"/>
                  </a:lnTo>
                  <a:cubicBezTo>
                    <a:pt x="3477" y="5073"/>
                    <a:pt x="3775" y="5001"/>
                    <a:pt x="4049" y="4858"/>
                  </a:cubicBezTo>
                  <a:close/>
                  <a:moveTo>
                    <a:pt x="2132" y="5477"/>
                  </a:moveTo>
                  <a:lnTo>
                    <a:pt x="2906" y="6013"/>
                  </a:lnTo>
                  <a:lnTo>
                    <a:pt x="2489" y="6418"/>
                  </a:lnTo>
                  <a:lnTo>
                    <a:pt x="2477" y="6418"/>
                  </a:lnTo>
                  <a:lnTo>
                    <a:pt x="1965" y="5656"/>
                  </a:lnTo>
                  <a:lnTo>
                    <a:pt x="2132" y="5477"/>
                  </a:lnTo>
                  <a:close/>
                  <a:moveTo>
                    <a:pt x="4168" y="5466"/>
                  </a:moveTo>
                  <a:lnTo>
                    <a:pt x="4335" y="5644"/>
                  </a:lnTo>
                  <a:lnTo>
                    <a:pt x="3835" y="6418"/>
                  </a:lnTo>
                  <a:lnTo>
                    <a:pt x="3811" y="6418"/>
                  </a:lnTo>
                  <a:lnTo>
                    <a:pt x="3394" y="6001"/>
                  </a:lnTo>
                  <a:lnTo>
                    <a:pt x="4168" y="5466"/>
                  </a:lnTo>
                  <a:close/>
                  <a:moveTo>
                    <a:pt x="2620" y="1"/>
                  </a:moveTo>
                  <a:cubicBezTo>
                    <a:pt x="1763" y="1"/>
                    <a:pt x="1060" y="703"/>
                    <a:pt x="1060" y="1572"/>
                  </a:cubicBezTo>
                  <a:lnTo>
                    <a:pt x="1060" y="1918"/>
                  </a:lnTo>
                  <a:cubicBezTo>
                    <a:pt x="1060" y="2203"/>
                    <a:pt x="1120" y="2477"/>
                    <a:pt x="1239" y="2727"/>
                  </a:cubicBezTo>
                  <a:lnTo>
                    <a:pt x="1239" y="3096"/>
                  </a:lnTo>
                  <a:cubicBezTo>
                    <a:pt x="1239" y="3703"/>
                    <a:pt x="1513" y="4263"/>
                    <a:pt x="1941" y="4632"/>
                  </a:cubicBezTo>
                  <a:lnTo>
                    <a:pt x="1941" y="5180"/>
                  </a:lnTo>
                  <a:lnTo>
                    <a:pt x="1632" y="5513"/>
                  </a:lnTo>
                  <a:cubicBezTo>
                    <a:pt x="1596" y="5537"/>
                    <a:pt x="1584" y="5585"/>
                    <a:pt x="1584" y="5632"/>
                  </a:cubicBezTo>
                  <a:lnTo>
                    <a:pt x="572" y="6001"/>
                  </a:lnTo>
                  <a:cubicBezTo>
                    <a:pt x="227" y="6120"/>
                    <a:pt x="1" y="6442"/>
                    <a:pt x="1" y="6823"/>
                  </a:cubicBezTo>
                  <a:lnTo>
                    <a:pt x="1" y="7728"/>
                  </a:lnTo>
                  <a:cubicBezTo>
                    <a:pt x="1" y="7823"/>
                    <a:pt x="84" y="7894"/>
                    <a:pt x="167" y="7894"/>
                  </a:cubicBezTo>
                  <a:cubicBezTo>
                    <a:pt x="263" y="7894"/>
                    <a:pt x="334" y="7823"/>
                    <a:pt x="334" y="7728"/>
                  </a:cubicBezTo>
                  <a:lnTo>
                    <a:pt x="334" y="6823"/>
                  </a:lnTo>
                  <a:cubicBezTo>
                    <a:pt x="334" y="6597"/>
                    <a:pt x="477" y="6382"/>
                    <a:pt x="691" y="6311"/>
                  </a:cubicBezTo>
                  <a:lnTo>
                    <a:pt x="1751" y="5930"/>
                  </a:lnTo>
                  <a:lnTo>
                    <a:pt x="2192" y="6597"/>
                  </a:lnTo>
                  <a:cubicBezTo>
                    <a:pt x="2251" y="6680"/>
                    <a:pt x="2346" y="6728"/>
                    <a:pt x="2442" y="6740"/>
                  </a:cubicBezTo>
                  <a:lnTo>
                    <a:pt x="2477" y="6740"/>
                  </a:lnTo>
                  <a:cubicBezTo>
                    <a:pt x="2561" y="6740"/>
                    <a:pt x="2656" y="6716"/>
                    <a:pt x="2715" y="6644"/>
                  </a:cubicBezTo>
                  <a:lnTo>
                    <a:pt x="2977" y="6370"/>
                  </a:lnTo>
                  <a:lnTo>
                    <a:pt x="2977" y="7728"/>
                  </a:lnTo>
                  <a:cubicBezTo>
                    <a:pt x="2977" y="7823"/>
                    <a:pt x="3061" y="7894"/>
                    <a:pt x="3144" y="7894"/>
                  </a:cubicBezTo>
                  <a:cubicBezTo>
                    <a:pt x="3239" y="7894"/>
                    <a:pt x="3311" y="7823"/>
                    <a:pt x="3311" y="7728"/>
                  </a:cubicBezTo>
                  <a:lnTo>
                    <a:pt x="3311" y="6370"/>
                  </a:lnTo>
                  <a:lnTo>
                    <a:pt x="3573" y="6644"/>
                  </a:lnTo>
                  <a:cubicBezTo>
                    <a:pt x="3632" y="6704"/>
                    <a:pt x="3727" y="6740"/>
                    <a:pt x="3811" y="6740"/>
                  </a:cubicBezTo>
                  <a:lnTo>
                    <a:pt x="3846" y="6740"/>
                  </a:lnTo>
                  <a:cubicBezTo>
                    <a:pt x="3954" y="6728"/>
                    <a:pt x="4037" y="6680"/>
                    <a:pt x="4097" y="6597"/>
                  </a:cubicBezTo>
                  <a:lnTo>
                    <a:pt x="4549" y="5930"/>
                  </a:lnTo>
                  <a:lnTo>
                    <a:pt x="5597" y="6311"/>
                  </a:lnTo>
                  <a:cubicBezTo>
                    <a:pt x="5811" y="6382"/>
                    <a:pt x="5954" y="6597"/>
                    <a:pt x="5954" y="6823"/>
                  </a:cubicBezTo>
                  <a:lnTo>
                    <a:pt x="5954" y="7728"/>
                  </a:lnTo>
                  <a:cubicBezTo>
                    <a:pt x="5954" y="7823"/>
                    <a:pt x="6037" y="7894"/>
                    <a:pt x="6121" y="7894"/>
                  </a:cubicBezTo>
                  <a:cubicBezTo>
                    <a:pt x="6204" y="7894"/>
                    <a:pt x="6287" y="7823"/>
                    <a:pt x="6287" y="7728"/>
                  </a:cubicBezTo>
                  <a:lnTo>
                    <a:pt x="6287" y="6823"/>
                  </a:lnTo>
                  <a:cubicBezTo>
                    <a:pt x="6299" y="6466"/>
                    <a:pt x="6073" y="6132"/>
                    <a:pt x="5740" y="6001"/>
                  </a:cubicBezTo>
                  <a:lnTo>
                    <a:pt x="4728" y="5632"/>
                  </a:lnTo>
                  <a:cubicBezTo>
                    <a:pt x="4728" y="5585"/>
                    <a:pt x="4704" y="5537"/>
                    <a:pt x="4680" y="5513"/>
                  </a:cubicBezTo>
                  <a:lnTo>
                    <a:pt x="4370" y="5180"/>
                  </a:lnTo>
                  <a:lnTo>
                    <a:pt x="4370" y="4644"/>
                  </a:lnTo>
                  <a:lnTo>
                    <a:pt x="4454" y="4561"/>
                  </a:lnTo>
                  <a:cubicBezTo>
                    <a:pt x="4847" y="4204"/>
                    <a:pt x="5061" y="3680"/>
                    <a:pt x="5061" y="3156"/>
                  </a:cubicBezTo>
                  <a:lnTo>
                    <a:pt x="5061" y="2727"/>
                  </a:lnTo>
                  <a:cubicBezTo>
                    <a:pt x="5180" y="2477"/>
                    <a:pt x="5240" y="2203"/>
                    <a:pt x="5240" y="1929"/>
                  </a:cubicBezTo>
                  <a:lnTo>
                    <a:pt x="5240" y="167"/>
                  </a:lnTo>
                  <a:cubicBezTo>
                    <a:pt x="5240" y="84"/>
                    <a:pt x="5168" y="1"/>
                    <a:pt x="50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19"/>
            <p:cNvSpPr/>
            <p:nvPr/>
          </p:nvSpPr>
          <p:spPr>
            <a:xfrm>
              <a:off x="8103515" y="1851535"/>
              <a:ext cx="10630" cy="21643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3"/>
                  </a:cubicBezTo>
                  <a:lnTo>
                    <a:pt x="334" y="155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19"/>
            <p:cNvSpPr/>
            <p:nvPr/>
          </p:nvSpPr>
          <p:spPr>
            <a:xfrm>
              <a:off x="8226306" y="1851535"/>
              <a:ext cx="10248" cy="21643"/>
            </a:xfrm>
            <a:custGeom>
              <a:avLst/>
              <a:gdLst/>
              <a:ahLst/>
              <a:cxnLst/>
              <a:rect l="l" t="t" r="r" b="b"/>
              <a:pathLst>
                <a:path w="322" h="680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1" y="679"/>
                    <a:pt x="167" y="679"/>
                  </a:cubicBezTo>
                  <a:cubicBezTo>
                    <a:pt x="250" y="679"/>
                    <a:pt x="322" y="608"/>
                    <a:pt x="322" y="513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19"/>
            <p:cNvSpPr/>
            <p:nvPr/>
          </p:nvSpPr>
          <p:spPr>
            <a:xfrm>
              <a:off x="8020159" y="1516551"/>
              <a:ext cx="300897" cy="284251"/>
            </a:xfrm>
            <a:custGeom>
              <a:avLst/>
              <a:gdLst/>
              <a:ahLst/>
              <a:cxnLst/>
              <a:rect l="l" t="t" r="r" b="b"/>
              <a:pathLst>
                <a:path w="9454" h="8931" extrusionOk="0">
                  <a:moveTo>
                    <a:pt x="6263" y="596"/>
                  </a:moveTo>
                  <a:lnTo>
                    <a:pt x="6263" y="596"/>
                  </a:lnTo>
                  <a:cubicBezTo>
                    <a:pt x="7060" y="894"/>
                    <a:pt x="7739" y="1406"/>
                    <a:pt x="8227" y="2084"/>
                  </a:cubicBezTo>
                  <a:lnTo>
                    <a:pt x="7322" y="2084"/>
                  </a:lnTo>
                  <a:cubicBezTo>
                    <a:pt x="7215" y="1846"/>
                    <a:pt x="7096" y="1620"/>
                    <a:pt x="6953" y="1394"/>
                  </a:cubicBezTo>
                  <a:cubicBezTo>
                    <a:pt x="6739" y="1084"/>
                    <a:pt x="6525" y="822"/>
                    <a:pt x="6263" y="596"/>
                  </a:cubicBezTo>
                  <a:close/>
                  <a:moveTo>
                    <a:pt x="3143" y="608"/>
                  </a:moveTo>
                  <a:cubicBezTo>
                    <a:pt x="2893" y="822"/>
                    <a:pt x="2667" y="1084"/>
                    <a:pt x="2453" y="1406"/>
                  </a:cubicBezTo>
                  <a:cubicBezTo>
                    <a:pt x="2322" y="1620"/>
                    <a:pt x="2203" y="1846"/>
                    <a:pt x="2084" y="2096"/>
                  </a:cubicBezTo>
                  <a:lnTo>
                    <a:pt x="1179" y="2096"/>
                  </a:lnTo>
                  <a:cubicBezTo>
                    <a:pt x="1667" y="1429"/>
                    <a:pt x="2357" y="905"/>
                    <a:pt x="3143" y="608"/>
                  </a:cubicBezTo>
                  <a:close/>
                  <a:moveTo>
                    <a:pt x="4560" y="322"/>
                  </a:moveTo>
                  <a:lnTo>
                    <a:pt x="4560" y="2096"/>
                  </a:lnTo>
                  <a:lnTo>
                    <a:pt x="2453" y="2096"/>
                  </a:lnTo>
                  <a:cubicBezTo>
                    <a:pt x="2929" y="1084"/>
                    <a:pt x="3691" y="393"/>
                    <a:pt x="4560" y="322"/>
                  </a:cubicBezTo>
                  <a:close/>
                  <a:moveTo>
                    <a:pt x="4882" y="322"/>
                  </a:moveTo>
                  <a:cubicBezTo>
                    <a:pt x="5751" y="393"/>
                    <a:pt x="6489" y="1084"/>
                    <a:pt x="6977" y="2096"/>
                  </a:cubicBezTo>
                  <a:lnTo>
                    <a:pt x="4882" y="2096"/>
                  </a:lnTo>
                  <a:lnTo>
                    <a:pt x="4882" y="322"/>
                  </a:lnTo>
                  <a:close/>
                  <a:moveTo>
                    <a:pt x="1953" y="2418"/>
                  </a:moveTo>
                  <a:cubicBezTo>
                    <a:pt x="1715" y="3084"/>
                    <a:pt x="1584" y="3799"/>
                    <a:pt x="1560" y="4549"/>
                  </a:cubicBezTo>
                  <a:lnTo>
                    <a:pt x="310" y="4549"/>
                  </a:lnTo>
                  <a:cubicBezTo>
                    <a:pt x="345" y="3775"/>
                    <a:pt x="572" y="3049"/>
                    <a:pt x="953" y="2418"/>
                  </a:cubicBezTo>
                  <a:close/>
                  <a:moveTo>
                    <a:pt x="8465" y="2429"/>
                  </a:moveTo>
                  <a:cubicBezTo>
                    <a:pt x="8858" y="3049"/>
                    <a:pt x="9085" y="3775"/>
                    <a:pt x="9108" y="4549"/>
                  </a:cubicBezTo>
                  <a:lnTo>
                    <a:pt x="7858" y="4549"/>
                  </a:lnTo>
                  <a:cubicBezTo>
                    <a:pt x="7846" y="3799"/>
                    <a:pt x="7715" y="3084"/>
                    <a:pt x="7477" y="2429"/>
                  </a:cubicBezTo>
                  <a:close/>
                  <a:moveTo>
                    <a:pt x="1560" y="4882"/>
                  </a:moveTo>
                  <a:cubicBezTo>
                    <a:pt x="1584" y="5585"/>
                    <a:pt x="1703" y="6251"/>
                    <a:pt x="1905" y="6870"/>
                  </a:cubicBezTo>
                  <a:lnTo>
                    <a:pt x="1953" y="7001"/>
                  </a:lnTo>
                  <a:lnTo>
                    <a:pt x="953" y="7001"/>
                  </a:lnTo>
                  <a:cubicBezTo>
                    <a:pt x="572" y="6382"/>
                    <a:pt x="345" y="5656"/>
                    <a:pt x="310" y="4882"/>
                  </a:cubicBezTo>
                  <a:close/>
                  <a:moveTo>
                    <a:pt x="9096" y="4894"/>
                  </a:moveTo>
                  <a:cubicBezTo>
                    <a:pt x="9085" y="5608"/>
                    <a:pt x="8870" y="6323"/>
                    <a:pt x="8501" y="6954"/>
                  </a:cubicBezTo>
                  <a:cubicBezTo>
                    <a:pt x="8489" y="6966"/>
                    <a:pt x="8465" y="6990"/>
                    <a:pt x="8453" y="7001"/>
                  </a:cubicBezTo>
                  <a:lnTo>
                    <a:pt x="7453" y="7001"/>
                  </a:lnTo>
                  <a:lnTo>
                    <a:pt x="7501" y="6870"/>
                  </a:lnTo>
                  <a:cubicBezTo>
                    <a:pt x="7715" y="6251"/>
                    <a:pt x="7834" y="5585"/>
                    <a:pt x="7846" y="4894"/>
                  </a:cubicBezTo>
                  <a:close/>
                  <a:moveTo>
                    <a:pt x="4715" y="1"/>
                  </a:moveTo>
                  <a:cubicBezTo>
                    <a:pt x="3465" y="1"/>
                    <a:pt x="2262" y="489"/>
                    <a:pt x="1381" y="1382"/>
                  </a:cubicBezTo>
                  <a:cubicBezTo>
                    <a:pt x="488" y="2275"/>
                    <a:pt x="0" y="3465"/>
                    <a:pt x="0" y="4715"/>
                  </a:cubicBezTo>
                  <a:cubicBezTo>
                    <a:pt x="0" y="6489"/>
                    <a:pt x="976" y="8097"/>
                    <a:pt x="2548" y="8918"/>
                  </a:cubicBezTo>
                  <a:cubicBezTo>
                    <a:pt x="2572" y="8930"/>
                    <a:pt x="2584" y="8930"/>
                    <a:pt x="2619" y="8930"/>
                  </a:cubicBezTo>
                  <a:cubicBezTo>
                    <a:pt x="2679" y="8930"/>
                    <a:pt x="2738" y="8895"/>
                    <a:pt x="2762" y="8835"/>
                  </a:cubicBezTo>
                  <a:cubicBezTo>
                    <a:pt x="2810" y="8764"/>
                    <a:pt x="2786" y="8656"/>
                    <a:pt x="2691" y="8621"/>
                  </a:cubicBezTo>
                  <a:cubicBezTo>
                    <a:pt x="2084" y="8299"/>
                    <a:pt x="1572" y="7859"/>
                    <a:pt x="1191" y="7335"/>
                  </a:cubicBezTo>
                  <a:lnTo>
                    <a:pt x="2096" y="7335"/>
                  </a:lnTo>
                  <a:cubicBezTo>
                    <a:pt x="2286" y="7775"/>
                    <a:pt x="2548" y="8180"/>
                    <a:pt x="2846" y="8514"/>
                  </a:cubicBezTo>
                  <a:cubicBezTo>
                    <a:pt x="2877" y="8551"/>
                    <a:pt x="2918" y="8569"/>
                    <a:pt x="2961" y="8569"/>
                  </a:cubicBezTo>
                  <a:cubicBezTo>
                    <a:pt x="3002" y="8569"/>
                    <a:pt x="3044" y="8554"/>
                    <a:pt x="3084" y="8525"/>
                  </a:cubicBezTo>
                  <a:cubicBezTo>
                    <a:pt x="3155" y="8466"/>
                    <a:pt x="3155" y="8359"/>
                    <a:pt x="3096" y="8287"/>
                  </a:cubicBezTo>
                  <a:cubicBezTo>
                    <a:pt x="2858" y="8013"/>
                    <a:pt x="2643" y="7692"/>
                    <a:pt x="2465" y="7335"/>
                  </a:cubicBezTo>
                  <a:cubicBezTo>
                    <a:pt x="2548" y="7323"/>
                    <a:pt x="2619" y="7263"/>
                    <a:pt x="2619" y="7168"/>
                  </a:cubicBezTo>
                  <a:cubicBezTo>
                    <a:pt x="2619" y="7085"/>
                    <a:pt x="2548" y="7001"/>
                    <a:pt x="2453" y="7001"/>
                  </a:cubicBezTo>
                  <a:lnTo>
                    <a:pt x="2334" y="7001"/>
                  </a:lnTo>
                  <a:cubicBezTo>
                    <a:pt x="2084" y="6370"/>
                    <a:pt x="1929" y="5632"/>
                    <a:pt x="1917" y="4882"/>
                  </a:cubicBezTo>
                  <a:lnTo>
                    <a:pt x="2096" y="4882"/>
                  </a:lnTo>
                  <a:cubicBezTo>
                    <a:pt x="2191" y="4882"/>
                    <a:pt x="2262" y="4799"/>
                    <a:pt x="2262" y="4715"/>
                  </a:cubicBezTo>
                  <a:cubicBezTo>
                    <a:pt x="2262" y="4620"/>
                    <a:pt x="2191" y="4549"/>
                    <a:pt x="2096" y="4549"/>
                  </a:cubicBezTo>
                  <a:lnTo>
                    <a:pt x="1917" y="4549"/>
                  </a:lnTo>
                  <a:cubicBezTo>
                    <a:pt x="1929" y="3775"/>
                    <a:pt x="2084" y="3049"/>
                    <a:pt x="2334" y="2418"/>
                  </a:cubicBezTo>
                  <a:lnTo>
                    <a:pt x="4572" y="2418"/>
                  </a:lnTo>
                  <a:lnTo>
                    <a:pt x="4572" y="2775"/>
                  </a:lnTo>
                  <a:cubicBezTo>
                    <a:pt x="4572" y="2870"/>
                    <a:pt x="4643" y="2941"/>
                    <a:pt x="4727" y="2941"/>
                  </a:cubicBezTo>
                  <a:cubicBezTo>
                    <a:pt x="4822" y="2941"/>
                    <a:pt x="4894" y="2870"/>
                    <a:pt x="4894" y="2775"/>
                  </a:cubicBezTo>
                  <a:lnTo>
                    <a:pt x="4894" y="2418"/>
                  </a:lnTo>
                  <a:lnTo>
                    <a:pt x="7132" y="2418"/>
                  </a:lnTo>
                  <a:cubicBezTo>
                    <a:pt x="7370" y="3049"/>
                    <a:pt x="7513" y="3775"/>
                    <a:pt x="7549" y="4549"/>
                  </a:cubicBezTo>
                  <a:lnTo>
                    <a:pt x="7370" y="4549"/>
                  </a:lnTo>
                  <a:cubicBezTo>
                    <a:pt x="7275" y="4549"/>
                    <a:pt x="7203" y="4620"/>
                    <a:pt x="7203" y="4715"/>
                  </a:cubicBezTo>
                  <a:cubicBezTo>
                    <a:pt x="7203" y="4799"/>
                    <a:pt x="7275" y="4882"/>
                    <a:pt x="7370" y="4882"/>
                  </a:cubicBezTo>
                  <a:lnTo>
                    <a:pt x="7549" y="4882"/>
                  </a:lnTo>
                  <a:cubicBezTo>
                    <a:pt x="7525" y="5632"/>
                    <a:pt x="7382" y="6370"/>
                    <a:pt x="7132" y="7001"/>
                  </a:cubicBezTo>
                  <a:lnTo>
                    <a:pt x="7013" y="7001"/>
                  </a:lnTo>
                  <a:cubicBezTo>
                    <a:pt x="6918" y="7001"/>
                    <a:pt x="6846" y="7085"/>
                    <a:pt x="6846" y="7168"/>
                  </a:cubicBezTo>
                  <a:cubicBezTo>
                    <a:pt x="6846" y="7263"/>
                    <a:pt x="6906" y="7323"/>
                    <a:pt x="6989" y="7335"/>
                  </a:cubicBezTo>
                  <a:cubicBezTo>
                    <a:pt x="6810" y="7692"/>
                    <a:pt x="6608" y="8025"/>
                    <a:pt x="6370" y="8287"/>
                  </a:cubicBezTo>
                  <a:cubicBezTo>
                    <a:pt x="6310" y="8359"/>
                    <a:pt x="6310" y="8466"/>
                    <a:pt x="6382" y="8525"/>
                  </a:cubicBezTo>
                  <a:cubicBezTo>
                    <a:pt x="6418" y="8549"/>
                    <a:pt x="6453" y="8573"/>
                    <a:pt x="6489" y="8573"/>
                  </a:cubicBezTo>
                  <a:cubicBezTo>
                    <a:pt x="6537" y="8573"/>
                    <a:pt x="6572" y="8549"/>
                    <a:pt x="6608" y="8514"/>
                  </a:cubicBezTo>
                  <a:cubicBezTo>
                    <a:pt x="6894" y="8180"/>
                    <a:pt x="7144" y="7787"/>
                    <a:pt x="7346" y="7335"/>
                  </a:cubicBezTo>
                  <a:lnTo>
                    <a:pt x="8263" y="7335"/>
                  </a:lnTo>
                  <a:cubicBezTo>
                    <a:pt x="7906" y="7811"/>
                    <a:pt x="7441" y="8228"/>
                    <a:pt x="6918" y="8525"/>
                  </a:cubicBezTo>
                  <a:cubicBezTo>
                    <a:pt x="6846" y="8573"/>
                    <a:pt x="6810" y="8680"/>
                    <a:pt x="6858" y="8752"/>
                  </a:cubicBezTo>
                  <a:cubicBezTo>
                    <a:pt x="6891" y="8801"/>
                    <a:pt x="6951" y="8833"/>
                    <a:pt x="7009" y="8833"/>
                  </a:cubicBezTo>
                  <a:cubicBezTo>
                    <a:pt x="7036" y="8833"/>
                    <a:pt x="7062" y="8826"/>
                    <a:pt x="7084" y="8811"/>
                  </a:cubicBezTo>
                  <a:cubicBezTo>
                    <a:pt x="7787" y="8406"/>
                    <a:pt x="8382" y="7811"/>
                    <a:pt x="8799" y="7109"/>
                  </a:cubicBezTo>
                  <a:cubicBezTo>
                    <a:pt x="9227" y="6382"/>
                    <a:pt x="9454" y="5561"/>
                    <a:pt x="9454" y="4715"/>
                  </a:cubicBezTo>
                  <a:cubicBezTo>
                    <a:pt x="9442" y="3453"/>
                    <a:pt x="8942" y="2275"/>
                    <a:pt x="8049" y="1382"/>
                  </a:cubicBezTo>
                  <a:cubicBezTo>
                    <a:pt x="7156" y="489"/>
                    <a:pt x="5965" y="1"/>
                    <a:pt x="4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6" name="Google Shape;2426;p19"/>
          <p:cNvGrpSpPr/>
          <p:nvPr/>
        </p:nvGrpSpPr>
        <p:grpSpPr>
          <a:xfrm>
            <a:off x="2391993" y="3204985"/>
            <a:ext cx="349784" cy="349435"/>
            <a:chOff x="2201806" y="1976585"/>
            <a:chExt cx="349784" cy="349435"/>
          </a:xfrm>
        </p:grpSpPr>
        <p:sp>
          <p:nvSpPr>
            <p:cNvPr id="2427" name="Google Shape;2427;p19"/>
            <p:cNvSpPr/>
            <p:nvPr/>
          </p:nvSpPr>
          <p:spPr>
            <a:xfrm>
              <a:off x="2231755" y="2073373"/>
              <a:ext cx="319835" cy="252647"/>
            </a:xfrm>
            <a:custGeom>
              <a:avLst/>
              <a:gdLst/>
              <a:ahLst/>
              <a:cxnLst/>
              <a:rect l="l" t="t" r="r" b="b"/>
              <a:pathLst>
                <a:path w="10049" h="7938" extrusionOk="0">
                  <a:moveTo>
                    <a:pt x="9368" y="0"/>
                  </a:moveTo>
                  <a:cubicBezTo>
                    <a:pt x="9345" y="0"/>
                    <a:pt x="9322" y="6"/>
                    <a:pt x="9299" y="20"/>
                  </a:cubicBezTo>
                  <a:cubicBezTo>
                    <a:pt x="9227" y="67"/>
                    <a:pt x="9180" y="151"/>
                    <a:pt x="9227" y="234"/>
                  </a:cubicBezTo>
                  <a:cubicBezTo>
                    <a:pt x="9561" y="925"/>
                    <a:pt x="9716" y="1675"/>
                    <a:pt x="9716" y="2449"/>
                  </a:cubicBezTo>
                  <a:cubicBezTo>
                    <a:pt x="9716" y="3830"/>
                    <a:pt x="9180" y="5127"/>
                    <a:pt x="8203" y="6104"/>
                  </a:cubicBezTo>
                  <a:cubicBezTo>
                    <a:pt x="7215" y="7092"/>
                    <a:pt x="5917" y="7628"/>
                    <a:pt x="4536" y="7628"/>
                  </a:cubicBezTo>
                  <a:cubicBezTo>
                    <a:pt x="3715" y="7628"/>
                    <a:pt x="2929" y="7449"/>
                    <a:pt x="2203" y="7080"/>
                  </a:cubicBezTo>
                  <a:cubicBezTo>
                    <a:pt x="1596" y="6759"/>
                    <a:pt x="1060" y="6342"/>
                    <a:pt x="607" y="5830"/>
                  </a:cubicBezTo>
                  <a:lnTo>
                    <a:pt x="607" y="5830"/>
                  </a:lnTo>
                  <a:lnTo>
                    <a:pt x="1250" y="6032"/>
                  </a:lnTo>
                  <a:cubicBezTo>
                    <a:pt x="1272" y="6040"/>
                    <a:pt x="1293" y="6044"/>
                    <a:pt x="1312" y="6044"/>
                  </a:cubicBezTo>
                  <a:cubicBezTo>
                    <a:pt x="1380" y="6044"/>
                    <a:pt x="1434" y="5999"/>
                    <a:pt x="1453" y="5925"/>
                  </a:cubicBezTo>
                  <a:cubicBezTo>
                    <a:pt x="1488" y="5842"/>
                    <a:pt x="1441" y="5747"/>
                    <a:pt x="1357" y="5723"/>
                  </a:cubicBezTo>
                  <a:lnTo>
                    <a:pt x="202" y="5330"/>
                  </a:lnTo>
                  <a:cubicBezTo>
                    <a:pt x="191" y="5327"/>
                    <a:pt x="179" y="5325"/>
                    <a:pt x="167" y="5325"/>
                  </a:cubicBezTo>
                  <a:cubicBezTo>
                    <a:pt x="131" y="5325"/>
                    <a:pt x="95" y="5339"/>
                    <a:pt x="60" y="5366"/>
                  </a:cubicBezTo>
                  <a:cubicBezTo>
                    <a:pt x="12" y="5389"/>
                    <a:pt x="0" y="5449"/>
                    <a:pt x="0" y="5508"/>
                  </a:cubicBezTo>
                  <a:lnTo>
                    <a:pt x="191" y="6854"/>
                  </a:lnTo>
                  <a:cubicBezTo>
                    <a:pt x="214" y="6925"/>
                    <a:pt x="274" y="6985"/>
                    <a:pt x="357" y="6985"/>
                  </a:cubicBezTo>
                  <a:lnTo>
                    <a:pt x="393" y="6985"/>
                  </a:lnTo>
                  <a:cubicBezTo>
                    <a:pt x="476" y="6973"/>
                    <a:pt x="536" y="6890"/>
                    <a:pt x="524" y="6806"/>
                  </a:cubicBezTo>
                  <a:lnTo>
                    <a:pt x="417" y="6068"/>
                  </a:lnTo>
                  <a:lnTo>
                    <a:pt x="417" y="6068"/>
                  </a:lnTo>
                  <a:cubicBezTo>
                    <a:pt x="881" y="6604"/>
                    <a:pt x="1465" y="7044"/>
                    <a:pt x="2084" y="7354"/>
                  </a:cubicBezTo>
                  <a:cubicBezTo>
                    <a:pt x="2858" y="7747"/>
                    <a:pt x="3691" y="7937"/>
                    <a:pt x="4560" y="7937"/>
                  </a:cubicBezTo>
                  <a:cubicBezTo>
                    <a:pt x="6025" y="7937"/>
                    <a:pt x="7394" y="7366"/>
                    <a:pt x="8442" y="6330"/>
                  </a:cubicBezTo>
                  <a:cubicBezTo>
                    <a:pt x="9477" y="5282"/>
                    <a:pt x="10049" y="3913"/>
                    <a:pt x="10049" y="2449"/>
                  </a:cubicBezTo>
                  <a:cubicBezTo>
                    <a:pt x="10049" y="1627"/>
                    <a:pt x="9870" y="829"/>
                    <a:pt x="9513" y="91"/>
                  </a:cubicBezTo>
                  <a:cubicBezTo>
                    <a:pt x="9479" y="40"/>
                    <a:pt x="9426" y="0"/>
                    <a:pt x="9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19"/>
            <p:cNvSpPr/>
            <p:nvPr/>
          </p:nvSpPr>
          <p:spPr>
            <a:xfrm>
              <a:off x="2201806" y="1976585"/>
              <a:ext cx="319484" cy="252424"/>
            </a:xfrm>
            <a:custGeom>
              <a:avLst/>
              <a:gdLst/>
              <a:ahLst/>
              <a:cxnLst/>
              <a:rect l="l" t="t" r="r" b="b"/>
              <a:pathLst>
                <a:path w="10038" h="7931" extrusionOk="0">
                  <a:moveTo>
                    <a:pt x="5501" y="1"/>
                  </a:moveTo>
                  <a:cubicBezTo>
                    <a:pt x="4025" y="1"/>
                    <a:pt x="2656" y="560"/>
                    <a:pt x="1608" y="1608"/>
                  </a:cubicBezTo>
                  <a:cubicBezTo>
                    <a:pt x="572" y="2644"/>
                    <a:pt x="0" y="4013"/>
                    <a:pt x="0" y="5490"/>
                  </a:cubicBezTo>
                  <a:cubicBezTo>
                    <a:pt x="0" y="6311"/>
                    <a:pt x="179" y="7109"/>
                    <a:pt x="536" y="7835"/>
                  </a:cubicBezTo>
                  <a:cubicBezTo>
                    <a:pt x="572" y="7895"/>
                    <a:pt x="632" y="7930"/>
                    <a:pt x="691" y="7930"/>
                  </a:cubicBezTo>
                  <a:cubicBezTo>
                    <a:pt x="715" y="7930"/>
                    <a:pt x="739" y="7930"/>
                    <a:pt x="762" y="7918"/>
                  </a:cubicBezTo>
                  <a:cubicBezTo>
                    <a:pt x="834" y="7871"/>
                    <a:pt x="882" y="7776"/>
                    <a:pt x="834" y="7704"/>
                  </a:cubicBezTo>
                  <a:cubicBezTo>
                    <a:pt x="512" y="7002"/>
                    <a:pt x="346" y="6263"/>
                    <a:pt x="346" y="5490"/>
                  </a:cubicBezTo>
                  <a:cubicBezTo>
                    <a:pt x="346" y="4108"/>
                    <a:pt x="882" y="2811"/>
                    <a:pt x="1870" y="1822"/>
                  </a:cubicBezTo>
                  <a:cubicBezTo>
                    <a:pt x="2846" y="846"/>
                    <a:pt x="4144" y="310"/>
                    <a:pt x="5525" y="310"/>
                  </a:cubicBezTo>
                  <a:cubicBezTo>
                    <a:pt x="7049" y="310"/>
                    <a:pt x="8454" y="965"/>
                    <a:pt x="9454" y="2108"/>
                  </a:cubicBezTo>
                  <a:lnTo>
                    <a:pt x="8811" y="1906"/>
                  </a:lnTo>
                  <a:cubicBezTo>
                    <a:pt x="8792" y="1898"/>
                    <a:pt x="8772" y="1894"/>
                    <a:pt x="8753" y="1894"/>
                  </a:cubicBezTo>
                  <a:cubicBezTo>
                    <a:pt x="8688" y="1894"/>
                    <a:pt x="8627" y="1937"/>
                    <a:pt x="8609" y="2001"/>
                  </a:cubicBezTo>
                  <a:cubicBezTo>
                    <a:pt x="8573" y="2096"/>
                    <a:pt x="8621" y="2180"/>
                    <a:pt x="8716" y="2215"/>
                  </a:cubicBezTo>
                  <a:lnTo>
                    <a:pt x="9859" y="2596"/>
                  </a:lnTo>
                  <a:cubicBezTo>
                    <a:pt x="9871" y="2596"/>
                    <a:pt x="9883" y="2620"/>
                    <a:pt x="9906" y="2620"/>
                  </a:cubicBezTo>
                  <a:cubicBezTo>
                    <a:pt x="9930" y="2620"/>
                    <a:pt x="9978" y="2596"/>
                    <a:pt x="10002" y="2572"/>
                  </a:cubicBezTo>
                  <a:cubicBezTo>
                    <a:pt x="10026" y="2525"/>
                    <a:pt x="10037" y="2465"/>
                    <a:pt x="10037" y="2418"/>
                  </a:cubicBezTo>
                  <a:lnTo>
                    <a:pt x="9847" y="1084"/>
                  </a:lnTo>
                  <a:cubicBezTo>
                    <a:pt x="9827" y="1003"/>
                    <a:pt x="9772" y="948"/>
                    <a:pt x="9705" y="948"/>
                  </a:cubicBezTo>
                  <a:cubicBezTo>
                    <a:pt x="9693" y="948"/>
                    <a:pt x="9681" y="950"/>
                    <a:pt x="9668" y="953"/>
                  </a:cubicBezTo>
                  <a:cubicBezTo>
                    <a:pt x="9573" y="965"/>
                    <a:pt x="9514" y="1037"/>
                    <a:pt x="9525" y="1132"/>
                  </a:cubicBezTo>
                  <a:lnTo>
                    <a:pt x="9633" y="1870"/>
                  </a:lnTo>
                  <a:cubicBezTo>
                    <a:pt x="8597" y="667"/>
                    <a:pt x="7085" y="1"/>
                    <a:pt x="5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19"/>
            <p:cNvSpPr/>
            <p:nvPr/>
          </p:nvSpPr>
          <p:spPr>
            <a:xfrm>
              <a:off x="2331789" y="2068662"/>
              <a:ext cx="16709" cy="27340"/>
            </a:xfrm>
            <a:custGeom>
              <a:avLst/>
              <a:gdLst/>
              <a:ahLst/>
              <a:cxnLst/>
              <a:rect l="l" t="t" r="r" b="b"/>
              <a:pathLst>
                <a:path w="525" h="859" extrusionOk="0">
                  <a:moveTo>
                    <a:pt x="358" y="1"/>
                  </a:moveTo>
                  <a:cubicBezTo>
                    <a:pt x="262" y="1"/>
                    <a:pt x="191" y="84"/>
                    <a:pt x="191" y="168"/>
                  </a:cubicBezTo>
                  <a:lnTo>
                    <a:pt x="191" y="465"/>
                  </a:lnTo>
                  <a:lnTo>
                    <a:pt x="72" y="584"/>
                  </a:lnTo>
                  <a:cubicBezTo>
                    <a:pt x="12" y="644"/>
                    <a:pt x="0" y="751"/>
                    <a:pt x="72" y="811"/>
                  </a:cubicBezTo>
                  <a:cubicBezTo>
                    <a:pt x="96" y="834"/>
                    <a:pt x="143" y="858"/>
                    <a:pt x="191" y="858"/>
                  </a:cubicBezTo>
                  <a:cubicBezTo>
                    <a:pt x="238" y="858"/>
                    <a:pt x="262" y="834"/>
                    <a:pt x="298" y="811"/>
                  </a:cubicBezTo>
                  <a:lnTo>
                    <a:pt x="453" y="644"/>
                  </a:lnTo>
                  <a:cubicBezTo>
                    <a:pt x="488" y="620"/>
                    <a:pt x="500" y="572"/>
                    <a:pt x="500" y="525"/>
                  </a:cubicBezTo>
                  <a:lnTo>
                    <a:pt x="524" y="168"/>
                  </a:lnTo>
                  <a:cubicBezTo>
                    <a:pt x="524" y="84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9"/>
            <p:cNvSpPr/>
            <p:nvPr/>
          </p:nvSpPr>
          <p:spPr>
            <a:xfrm>
              <a:off x="2243118" y="2021653"/>
              <a:ext cx="265664" cy="261908"/>
            </a:xfrm>
            <a:custGeom>
              <a:avLst/>
              <a:gdLst/>
              <a:ahLst/>
              <a:cxnLst/>
              <a:rect l="l" t="t" r="r" b="b"/>
              <a:pathLst>
                <a:path w="8347" h="8229" extrusionOk="0">
                  <a:moveTo>
                    <a:pt x="2751" y="3109"/>
                  </a:moveTo>
                  <a:lnTo>
                    <a:pt x="2977" y="3133"/>
                  </a:lnTo>
                  <a:lnTo>
                    <a:pt x="3084" y="3133"/>
                  </a:lnTo>
                  <a:lnTo>
                    <a:pt x="2917" y="3502"/>
                  </a:lnTo>
                  <a:lnTo>
                    <a:pt x="2643" y="3431"/>
                  </a:lnTo>
                  <a:lnTo>
                    <a:pt x="2751" y="3109"/>
                  </a:lnTo>
                  <a:close/>
                  <a:moveTo>
                    <a:pt x="3834" y="3026"/>
                  </a:moveTo>
                  <a:lnTo>
                    <a:pt x="4156" y="3419"/>
                  </a:lnTo>
                  <a:lnTo>
                    <a:pt x="4120" y="3526"/>
                  </a:lnTo>
                  <a:cubicBezTo>
                    <a:pt x="4096" y="3609"/>
                    <a:pt x="4144" y="3704"/>
                    <a:pt x="4227" y="3728"/>
                  </a:cubicBezTo>
                  <a:cubicBezTo>
                    <a:pt x="4239" y="3728"/>
                    <a:pt x="4263" y="3740"/>
                    <a:pt x="4275" y="3740"/>
                  </a:cubicBezTo>
                  <a:cubicBezTo>
                    <a:pt x="4346" y="3740"/>
                    <a:pt x="4406" y="3704"/>
                    <a:pt x="4417" y="3645"/>
                  </a:cubicBezTo>
                  <a:lnTo>
                    <a:pt x="4465" y="3526"/>
                  </a:lnTo>
                  <a:cubicBezTo>
                    <a:pt x="4501" y="3419"/>
                    <a:pt x="4477" y="3312"/>
                    <a:pt x="4417" y="3240"/>
                  </a:cubicBezTo>
                  <a:lnTo>
                    <a:pt x="4334" y="3133"/>
                  </a:lnTo>
                  <a:lnTo>
                    <a:pt x="4608" y="3359"/>
                  </a:lnTo>
                  <a:cubicBezTo>
                    <a:pt x="4638" y="3374"/>
                    <a:pt x="4673" y="3389"/>
                    <a:pt x="4710" y="3389"/>
                  </a:cubicBezTo>
                  <a:cubicBezTo>
                    <a:pt x="4731" y="3389"/>
                    <a:pt x="4753" y="3384"/>
                    <a:pt x="4775" y="3371"/>
                  </a:cubicBezTo>
                  <a:lnTo>
                    <a:pt x="4989" y="3288"/>
                  </a:lnTo>
                  <a:lnTo>
                    <a:pt x="5108" y="3419"/>
                  </a:lnTo>
                  <a:cubicBezTo>
                    <a:pt x="5132" y="3466"/>
                    <a:pt x="5191" y="3478"/>
                    <a:pt x="5239" y="3478"/>
                  </a:cubicBezTo>
                  <a:lnTo>
                    <a:pt x="5644" y="3442"/>
                  </a:lnTo>
                  <a:lnTo>
                    <a:pt x="5656" y="3526"/>
                  </a:lnTo>
                  <a:cubicBezTo>
                    <a:pt x="5668" y="3562"/>
                    <a:pt x="5644" y="3597"/>
                    <a:pt x="5644" y="3609"/>
                  </a:cubicBezTo>
                  <a:cubicBezTo>
                    <a:pt x="5620" y="3621"/>
                    <a:pt x="5608" y="3657"/>
                    <a:pt x="5560" y="3657"/>
                  </a:cubicBezTo>
                  <a:lnTo>
                    <a:pt x="4882" y="3716"/>
                  </a:lnTo>
                  <a:cubicBezTo>
                    <a:pt x="4787" y="3716"/>
                    <a:pt x="4715" y="3764"/>
                    <a:pt x="4668" y="3835"/>
                  </a:cubicBezTo>
                  <a:cubicBezTo>
                    <a:pt x="4644" y="3895"/>
                    <a:pt x="4608" y="3954"/>
                    <a:pt x="4632" y="4014"/>
                  </a:cubicBezTo>
                  <a:lnTo>
                    <a:pt x="4167" y="3859"/>
                  </a:lnTo>
                  <a:cubicBezTo>
                    <a:pt x="4156" y="3859"/>
                    <a:pt x="4156" y="3847"/>
                    <a:pt x="4156" y="3835"/>
                  </a:cubicBezTo>
                  <a:cubicBezTo>
                    <a:pt x="4120" y="3657"/>
                    <a:pt x="3977" y="3538"/>
                    <a:pt x="3798" y="3538"/>
                  </a:cubicBezTo>
                  <a:lnTo>
                    <a:pt x="3775" y="3538"/>
                  </a:lnTo>
                  <a:lnTo>
                    <a:pt x="3286" y="3550"/>
                  </a:lnTo>
                  <a:lnTo>
                    <a:pt x="3405" y="3204"/>
                  </a:lnTo>
                  <a:cubicBezTo>
                    <a:pt x="3429" y="3181"/>
                    <a:pt x="3453" y="3169"/>
                    <a:pt x="3489" y="3145"/>
                  </a:cubicBezTo>
                  <a:lnTo>
                    <a:pt x="3834" y="3026"/>
                  </a:lnTo>
                  <a:close/>
                  <a:moveTo>
                    <a:pt x="7561" y="3562"/>
                  </a:moveTo>
                  <a:cubicBezTo>
                    <a:pt x="7573" y="3562"/>
                    <a:pt x="7620" y="3562"/>
                    <a:pt x="7656" y="3597"/>
                  </a:cubicBezTo>
                  <a:lnTo>
                    <a:pt x="7977" y="3907"/>
                  </a:lnTo>
                  <a:cubicBezTo>
                    <a:pt x="7989" y="4026"/>
                    <a:pt x="7989" y="4133"/>
                    <a:pt x="7977" y="4216"/>
                  </a:cubicBezTo>
                  <a:cubicBezTo>
                    <a:pt x="7930" y="5169"/>
                    <a:pt x="7549" y="6086"/>
                    <a:pt x="6858" y="6752"/>
                  </a:cubicBezTo>
                  <a:cubicBezTo>
                    <a:pt x="6763" y="6860"/>
                    <a:pt x="6656" y="6943"/>
                    <a:pt x="6537" y="7050"/>
                  </a:cubicBezTo>
                  <a:cubicBezTo>
                    <a:pt x="6596" y="6955"/>
                    <a:pt x="6644" y="6871"/>
                    <a:pt x="6680" y="6776"/>
                  </a:cubicBezTo>
                  <a:lnTo>
                    <a:pt x="7430" y="5074"/>
                  </a:lnTo>
                  <a:cubicBezTo>
                    <a:pt x="7454" y="5026"/>
                    <a:pt x="7442" y="4966"/>
                    <a:pt x="7418" y="4907"/>
                  </a:cubicBezTo>
                  <a:cubicBezTo>
                    <a:pt x="7382" y="4859"/>
                    <a:pt x="7323" y="4836"/>
                    <a:pt x="7263" y="4836"/>
                  </a:cubicBezTo>
                  <a:lnTo>
                    <a:pt x="7192" y="4836"/>
                  </a:lnTo>
                  <a:lnTo>
                    <a:pt x="7596" y="4026"/>
                  </a:lnTo>
                  <a:cubicBezTo>
                    <a:pt x="7656" y="3895"/>
                    <a:pt x="7620" y="3728"/>
                    <a:pt x="7501" y="3657"/>
                  </a:cubicBezTo>
                  <a:lnTo>
                    <a:pt x="7477" y="3621"/>
                  </a:lnTo>
                  <a:lnTo>
                    <a:pt x="7489" y="3609"/>
                  </a:lnTo>
                  <a:cubicBezTo>
                    <a:pt x="7513" y="3562"/>
                    <a:pt x="7549" y="3562"/>
                    <a:pt x="7561" y="3562"/>
                  </a:cubicBezTo>
                  <a:close/>
                  <a:moveTo>
                    <a:pt x="4088" y="0"/>
                  </a:moveTo>
                  <a:cubicBezTo>
                    <a:pt x="4055" y="0"/>
                    <a:pt x="4022" y="1"/>
                    <a:pt x="3989" y="2"/>
                  </a:cubicBezTo>
                  <a:cubicBezTo>
                    <a:pt x="2953" y="49"/>
                    <a:pt x="1977" y="478"/>
                    <a:pt x="1250" y="1216"/>
                  </a:cubicBezTo>
                  <a:cubicBezTo>
                    <a:pt x="524" y="1942"/>
                    <a:pt x="96" y="2919"/>
                    <a:pt x="48" y="3954"/>
                  </a:cubicBezTo>
                  <a:cubicBezTo>
                    <a:pt x="0" y="4978"/>
                    <a:pt x="346" y="5979"/>
                    <a:pt x="1012" y="6764"/>
                  </a:cubicBezTo>
                  <a:cubicBezTo>
                    <a:pt x="1048" y="6812"/>
                    <a:pt x="1084" y="6824"/>
                    <a:pt x="1131" y="6824"/>
                  </a:cubicBezTo>
                  <a:cubicBezTo>
                    <a:pt x="1167" y="6824"/>
                    <a:pt x="1203" y="6812"/>
                    <a:pt x="1239" y="6776"/>
                  </a:cubicBezTo>
                  <a:cubicBezTo>
                    <a:pt x="1310" y="6717"/>
                    <a:pt x="1310" y="6610"/>
                    <a:pt x="1250" y="6550"/>
                  </a:cubicBezTo>
                  <a:cubicBezTo>
                    <a:pt x="643" y="5824"/>
                    <a:pt x="334" y="4907"/>
                    <a:pt x="369" y="3966"/>
                  </a:cubicBezTo>
                  <a:cubicBezTo>
                    <a:pt x="417" y="3014"/>
                    <a:pt x="810" y="2109"/>
                    <a:pt x="1489" y="1430"/>
                  </a:cubicBezTo>
                  <a:cubicBezTo>
                    <a:pt x="2155" y="764"/>
                    <a:pt x="3072" y="359"/>
                    <a:pt x="4025" y="323"/>
                  </a:cubicBezTo>
                  <a:cubicBezTo>
                    <a:pt x="4087" y="316"/>
                    <a:pt x="4150" y="313"/>
                    <a:pt x="4213" y="313"/>
                  </a:cubicBezTo>
                  <a:cubicBezTo>
                    <a:pt x="4363" y="313"/>
                    <a:pt x="4512" y="330"/>
                    <a:pt x="4656" y="347"/>
                  </a:cubicBezTo>
                  <a:lnTo>
                    <a:pt x="4882" y="621"/>
                  </a:lnTo>
                  <a:lnTo>
                    <a:pt x="4798" y="823"/>
                  </a:lnTo>
                  <a:lnTo>
                    <a:pt x="4656" y="585"/>
                  </a:lnTo>
                  <a:cubicBezTo>
                    <a:pt x="4632" y="537"/>
                    <a:pt x="4572" y="502"/>
                    <a:pt x="4525" y="502"/>
                  </a:cubicBezTo>
                  <a:lnTo>
                    <a:pt x="4025" y="502"/>
                  </a:lnTo>
                  <a:cubicBezTo>
                    <a:pt x="3965" y="502"/>
                    <a:pt x="3906" y="525"/>
                    <a:pt x="3870" y="585"/>
                  </a:cubicBezTo>
                  <a:lnTo>
                    <a:pt x="3513" y="1276"/>
                  </a:lnTo>
                  <a:cubicBezTo>
                    <a:pt x="3465" y="1359"/>
                    <a:pt x="3465" y="1478"/>
                    <a:pt x="3513" y="1573"/>
                  </a:cubicBezTo>
                  <a:cubicBezTo>
                    <a:pt x="3560" y="1657"/>
                    <a:pt x="3667" y="1716"/>
                    <a:pt x="3763" y="1728"/>
                  </a:cubicBezTo>
                  <a:lnTo>
                    <a:pt x="4048" y="1764"/>
                  </a:lnTo>
                  <a:cubicBezTo>
                    <a:pt x="4108" y="1764"/>
                    <a:pt x="4167" y="1752"/>
                    <a:pt x="4203" y="1692"/>
                  </a:cubicBezTo>
                  <a:lnTo>
                    <a:pt x="4298" y="1537"/>
                  </a:lnTo>
                  <a:lnTo>
                    <a:pt x="4358" y="1609"/>
                  </a:lnTo>
                  <a:lnTo>
                    <a:pt x="4310" y="1895"/>
                  </a:lnTo>
                  <a:lnTo>
                    <a:pt x="3822" y="1966"/>
                  </a:lnTo>
                  <a:cubicBezTo>
                    <a:pt x="3798" y="1966"/>
                    <a:pt x="3775" y="1990"/>
                    <a:pt x="3751" y="2002"/>
                  </a:cubicBezTo>
                  <a:lnTo>
                    <a:pt x="3108" y="2466"/>
                  </a:lnTo>
                  <a:cubicBezTo>
                    <a:pt x="3084" y="2490"/>
                    <a:pt x="3048" y="2526"/>
                    <a:pt x="3048" y="2550"/>
                  </a:cubicBezTo>
                  <a:lnTo>
                    <a:pt x="2977" y="2847"/>
                  </a:lnTo>
                  <a:lnTo>
                    <a:pt x="2751" y="2823"/>
                  </a:lnTo>
                  <a:cubicBezTo>
                    <a:pt x="2736" y="2821"/>
                    <a:pt x="2721" y="2819"/>
                    <a:pt x="2706" y="2819"/>
                  </a:cubicBezTo>
                  <a:cubicBezTo>
                    <a:pt x="2591" y="2819"/>
                    <a:pt x="2483" y="2898"/>
                    <a:pt x="2441" y="3014"/>
                  </a:cubicBezTo>
                  <a:lnTo>
                    <a:pt x="2310" y="3371"/>
                  </a:lnTo>
                  <a:cubicBezTo>
                    <a:pt x="2274" y="3442"/>
                    <a:pt x="2274" y="3538"/>
                    <a:pt x="2322" y="3609"/>
                  </a:cubicBezTo>
                  <a:cubicBezTo>
                    <a:pt x="2370" y="3681"/>
                    <a:pt x="2429" y="3740"/>
                    <a:pt x="2501" y="3752"/>
                  </a:cubicBezTo>
                  <a:cubicBezTo>
                    <a:pt x="2346" y="3812"/>
                    <a:pt x="2251" y="3978"/>
                    <a:pt x="2251" y="4145"/>
                  </a:cubicBezTo>
                  <a:lnTo>
                    <a:pt x="2251" y="4216"/>
                  </a:lnTo>
                  <a:lnTo>
                    <a:pt x="1798" y="4740"/>
                  </a:lnTo>
                  <a:cubicBezTo>
                    <a:pt x="1727" y="4812"/>
                    <a:pt x="1703" y="4919"/>
                    <a:pt x="1703" y="5026"/>
                  </a:cubicBezTo>
                  <a:lnTo>
                    <a:pt x="1703" y="5621"/>
                  </a:lnTo>
                  <a:cubicBezTo>
                    <a:pt x="1703" y="5764"/>
                    <a:pt x="1750" y="5919"/>
                    <a:pt x="1881" y="6038"/>
                  </a:cubicBezTo>
                  <a:lnTo>
                    <a:pt x="2310" y="6455"/>
                  </a:lnTo>
                  <a:cubicBezTo>
                    <a:pt x="2393" y="6538"/>
                    <a:pt x="2524" y="6598"/>
                    <a:pt x="2643" y="6610"/>
                  </a:cubicBezTo>
                  <a:lnTo>
                    <a:pt x="3917" y="6717"/>
                  </a:lnTo>
                  <a:lnTo>
                    <a:pt x="3917" y="6764"/>
                  </a:lnTo>
                  <a:cubicBezTo>
                    <a:pt x="3894" y="6907"/>
                    <a:pt x="3965" y="7074"/>
                    <a:pt x="4096" y="7169"/>
                  </a:cubicBezTo>
                  <a:lnTo>
                    <a:pt x="4310" y="7324"/>
                  </a:lnTo>
                  <a:lnTo>
                    <a:pt x="4298" y="7372"/>
                  </a:lnTo>
                  <a:cubicBezTo>
                    <a:pt x="4251" y="7538"/>
                    <a:pt x="4298" y="7717"/>
                    <a:pt x="4429" y="7836"/>
                  </a:cubicBezTo>
                  <a:lnTo>
                    <a:pt x="4489" y="7895"/>
                  </a:lnTo>
                  <a:cubicBezTo>
                    <a:pt x="4429" y="7895"/>
                    <a:pt x="4394" y="7907"/>
                    <a:pt x="4334" y="7907"/>
                  </a:cubicBezTo>
                  <a:cubicBezTo>
                    <a:pt x="4272" y="7910"/>
                    <a:pt x="4211" y="7912"/>
                    <a:pt x="4149" y="7912"/>
                  </a:cubicBezTo>
                  <a:cubicBezTo>
                    <a:pt x="3262" y="7912"/>
                    <a:pt x="2407" y="7593"/>
                    <a:pt x="1739" y="7014"/>
                  </a:cubicBezTo>
                  <a:cubicBezTo>
                    <a:pt x="1708" y="6989"/>
                    <a:pt x="1672" y="6976"/>
                    <a:pt x="1637" y="6976"/>
                  </a:cubicBezTo>
                  <a:cubicBezTo>
                    <a:pt x="1591" y="6976"/>
                    <a:pt x="1546" y="6998"/>
                    <a:pt x="1512" y="7038"/>
                  </a:cubicBezTo>
                  <a:cubicBezTo>
                    <a:pt x="1453" y="7110"/>
                    <a:pt x="1477" y="7193"/>
                    <a:pt x="1536" y="7252"/>
                  </a:cubicBezTo>
                  <a:cubicBezTo>
                    <a:pt x="2274" y="7883"/>
                    <a:pt x="3215" y="8229"/>
                    <a:pt x="4179" y="8229"/>
                  </a:cubicBezTo>
                  <a:lnTo>
                    <a:pt x="4346" y="8229"/>
                  </a:lnTo>
                  <a:cubicBezTo>
                    <a:pt x="5382" y="8181"/>
                    <a:pt x="6358" y="7753"/>
                    <a:pt x="7084" y="7014"/>
                  </a:cubicBezTo>
                  <a:cubicBezTo>
                    <a:pt x="7811" y="6288"/>
                    <a:pt x="8239" y="5312"/>
                    <a:pt x="8287" y="4276"/>
                  </a:cubicBezTo>
                  <a:cubicBezTo>
                    <a:pt x="8347" y="3204"/>
                    <a:pt x="8001" y="2216"/>
                    <a:pt x="7335" y="1418"/>
                  </a:cubicBezTo>
                  <a:cubicBezTo>
                    <a:pt x="7303" y="1381"/>
                    <a:pt x="7259" y="1363"/>
                    <a:pt x="7216" y="1363"/>
                  </a:cubicBezTo>
                  <a:cubicBezTo>
                    <a:pt x="7176" y="1363"/>
                    <a:pt x="7137" y="1378"/>
                    <a:pt x="7108" y="1407"/>
                  </a:cubicBezTo>
                  <a:cubicBezTo>
                    <a:pt x="7037" y="1466"/>
                    <a:pt x="7037" y="1573"/>
                    <a:pt x="7096" y="1633"/>
                  </a:cubicBezTo>
                  <a:cubicBezTo>
                    <a:pt x="7525" y="2157"/>
                    <a:pt x="7823" y="2776"/>
                    <a:pt x="7930" y="3431"/>
                  </a:cubicBezTo>
                  <a:lnTo>
                    <a:pt x="7894" y="3383"/>
                  </a:lnTo>
                  <a:cubicBezTo>
                    <a:pt x="7809" y="3308"/>
                    <a:pt x="7694" y="3262"/>
                    <a:pt x="7577" y="3262"/>
                  </a:cubicBezTo>
                  <a:cubicBezTo>
                    <a:pt x="7564" y="3262"/>
                    <a:pt x="7550" y="3263"/>
                    <a:pt x="7537" y="3264"/>
                  </a:cubicBezTo>
                  <a:cubicBezTo>
                    <a:pt x="7394" y="3288"/>
                    <a:pt x="7275" y="3359"/>
                    <a:pt x="7215" y="3466"/>
                  </a:cubicBezTo>
                  <a:lnTo>
                    <a:pt x="7192" y="3502"/>
                  </a:lnTo>
                  <a:cubicBezTo>
                    <a:pt x="7108" y="3502"/>
                    <a:pt x="7037" y="3538"/>
                    <a:pt x="6977" y="3585"/>
                  </a:cubicBezTo>
                  <a:lnTo>
                    <a:pt x="6775" y="3323"/>
                  </a:lnTo>
                  <a:cubicBezTo>
                    <a:pt x="6744" y="3286"/>
                    <a:pt x="6700" y="3268"/>
                    <a:pt x="6656" y="3268"/>
                  </a:cubicBezTo>
                  <a:cubicBezTo>
                    <a:pt x="6616" y="3268"/>
                    <a:pt x="6577" y="3283"/>
                    <a:pt x="6549" y="3312"/>
                  </a:cubicBezTo>
                  <a:cubicBezTo>
                    <a:pt x="6477" y="3371"/>
                    <a:pt x="6477" y="3478"/>
                    <a:pt x="6537" y="3538"/>
                  </a:cubicBezTo>
                  <a:lnTo>
                    <a:pt x="6858" y="3919"/>
                  </a:lnTo>
                  <a:cubicBezTo>
                    <a:pt x="6894" y="3954"/>
                    <a:pt x="6942" y="3978"/>
                    <a:pt x="6977" y="3978"/>
                  </a:cubicBezTo>
                  <a:cubicBezTo>
                    <a:pt x="7025" y="3978"/>
                    <a:pt x="7073" y="3966"/>
                    <a:pt x="7096" y="3943"/>
                  </a:cubicBezTo>
                  <a:lnTo>
                    <a:pt x="7204" y="3835"/>
                  </a:lnTo>
                  <a:lnTo>
                    <a:pt x="7335" y="3919"/>
                  </a:lnTo>
                  <a:lnTo>
                    <a:pt x="6858" y="4871"/>
                  </a:lnTo>
                  <a:lnTo>
                    <a:pt x="6834" y="4871"/>
                  </a:lnTo>
                  <a:cubicBezTo>
                    <a:pt x="6799" y="4871"/>
                    <a:pt x="6763" y="4859"/>
                    <a:pt x="6739" y="4836"/>
                  </a:cubicBezTo>
                  <a:lnTo>
                    <a:pt x="6096" y="4062"/>
                  </a:lnTo>
                  <a:cubicBezTo>
                    <a:pt x="6069" y="4014"/>
                    <a:pt x="6023" y="3994"/>
                    <a:pt x="5977" y="3994"/>
                  </a:cubicBezTo>
                  <a:cubicBezTo>
                    <a:pt x="5942" y="3994"/>
                    <a:pt x="5908" y="4005"/>
                    <a:pt x="5882" y="4026"/>
                  </a:cubicBezTo>
                  <a:cubicBezTo>
                    <a:pt x="5799" y="4085"/>
                    <a:pt x="5799" y="4193"/>
                    <a:pt x="5846" y="4252"/>
                  </a:cubicBezTo>
                  <a:lnTo>
                    <a:pt x="6489" y="5026"/>
                  </a:lnTo>
                  <a:cubicBezTo>
                    <a:pt x="6584" y="5133"/>
                    <a:pt x="6715" y="5193"/>
                    <a:pt x="6858" y="5193"/>
                  </a:cubicBezTo>
                  <a:lnTo>
                    <a:pt x="7073" y="5169"/>
                  </a:lnTo>
                  <a:lnTo>
                    <a:pt x="6430" y="6645"/>
                  </a:lnTo>
                  <a:cubicBezTo>
                    <a:pt x="6382" y="6752"/>
                    <a:pt x="6322" y="6848"/>
                    <a:pt x="6251" y="6943"/>
                  </a:cubicBezTo>
                  <a:lnTo>
                    <a:pt x="5751" y="7550"/>
                  </a:lnTo>
                  <a:cubicBezTo>
                    <a:pt x="5489" y="7657"/>
                    <a:pt x="5227" y="7753"/>
                    <a:pt x="4953" y="7812"/>
                  </a:cubicBezTo>
                  <a:lnTo>
                    <a:pt x="4679" y="7562"/>
                  </a:lnTo>
                  <a:cubicBezTo>
                    <a:pt x="4644" y="7538"/>
                    <a:pt x="4632" y="7491"/>
                    <a:pt x="4644" y="7443"/>
                  </a:cubicBezTo>
                  <a:lnTo>
                    <a:pt x="4691" y="7288"/>
                  </a:lnTo>
                  <a:cubicBezTo>
                    <a:pt x="4703" y="7229"/>
                    <a:pt x="4691" y="7145"/>
                    <a:pt x="4632" y="7110"/>
                  </a:cubicBezTo>
                  <a:lnTo>
                    <a:pt x="4322" y="6871"/>
                  </a:lnTo>
                  <a:cubicBezTo>
                    <a:pt x="4287" y="6836"/>
                    <a:pt x="4275" y="6812"/>
                    <a:pt x="4275" y="6764"/>
                  </a:cubicBezTo>
                  <a:lnTo>
                    <a:pt x="4298" y="6550"/>
                  </a:lnTo>
                  <a:cubicBezTo>
                    <a:pt x="4298" y="6514"/>
                    <a:pt x="4298" y="6467"/>
                    <a:pt x="4275" y="6431"/>
                  </a:cubicBezTo>
                  <a:cubicBezTo>
                    <a:pt x="4239" y="6407"/>
                    <a:pt x="4203" y="6371"/>
                    <a:pt x="4167" y="6371"/>
                  </a:cubicBezTo>
                  <a:lnTo>
                    <a:pt x="2679" y="6264"/>
                  </a:lnTo>
                  <a:cubicBezTo>
                    <a:pt x="2620" y="6264"/>
                    <a:pt x="2572" y="6229"/>
                    <a:pt x="2536" y="6181"/>
                  </a:cubicBezTo>
                  <a:lnTo>
                    <a:pt x="2096" y="5764"/>
                  </a:lnTo>
                  <a:cubicBezTo>
                    <a:pt x="2060" y="5728"/>
                    <a:pt x="2024" y="5645"/>
                    <a:pt x="2024" y="5586"/>
                  </a:cubicBezTo>
                  <a:lnTo>
                    <a:pt x="2024" y="4990"/>
                  </a:lnTo>
                  <a:cubicBezTo>
                    <a:pt x="2024" y="4966"/>
                    <a:pt x="2036" y="4931"/>
                    <a:pt x="2060" y="4919"/>
                  </a:cubicBezTo>
                  <a:lnTo>
                    <a:pt x="2548" y="4359"/>
                  </a:lnTo>
                  <a:cubicBezTo>
                    <a:pt x="2572" y="4324"/>
                    <a:pt x="2596" y="4300"/>
                    <a:pt x="2596" y="4252"/>
                  </a:cubicBezTo>
                  <a:lnTo>
                    <a:pt x="2596" y="4121"/>
                  </a:lnTo>
                  <a:cubicBezTo>
                    <a:pt x="2596" y="4074"/>
                    <a:pt x="2620" y="4038"/>
                    <a:pt x="2655" y="4014"/>
                  </a:cubicBezTo>
                  <a:lnTo>
                    <a:pt x="3036" y="3847"/>
                  </a:lnTo>
                  <a:lnTo>
                    <a:pt x="3751" y="3835"/>
                  </a:lnTo>
                  <a:cubicBezTo>
                    <a:pt x="3763" y="3835"/>
                    <a:pt x="3786" y="3847"/>
                    <a:pt x="3786" y="3859"/>
                  </a:cubicBezTo>
                  <a:cubicBezTo>
                    <a:pt x="3798" y="3990"/>
                    <a:pt x="3906" y="4097"/>
                    <a:pt x="4025" y="4145"/>
                  </a:cubicBezTo>
                  <a:lnTo>
                    <a:pt x="4537" y="4324"/>
                  </a:lnTo>
                  <a:cubicBezTo>
                    <a:pt x="4569" y="4331"/>
                    <a:pt x="4601" y="4335"/>
                    <a:pt x="4633" y="4335"/>
                  </a:cubicBezTo>
                  <a:cubicBezTo>
                    <a:pt x="4705" y="4335"/>
                    <a:pt x="4772" y="4314"/>
                    <a:pt x="4822" y="4264"/>
                  </a:cubicBezTo>
                  <a:cubicBezTo>
                    <a:pt x="4882" y="4204"/>
                    <a:pt x="4918" y="4121"/>
                    <a:pt x="4918" y="4026"/>
                  </a:cubicBezTo>
                  <a:lnTo>
                    <a:pt x="5549" y="3978"/>
                  </a:lnTo>
                  <a:cubicBezTo>
                    <a:pt x="5668" y="3966"/>
                    <a:pt x="5787" y="3907"/>
                    <a:pt x="5870" y="3812"/>
                  </a:cubicBezTo>
                  <a:cubicBezTo>
                    <a:pt x="5941" y="3728"/>
                    <a:pt x="5965" y="3597"/>
                    <a:pt x="5941" y="3478"/>
                  </a:cubicBezTo>
                  <a:lnTo>
                    <a:pt x="5930" y="3383"/>
                  </a:lnTo>
                  <a:cubicBezTo>
                    <a:pt x="5896" y="3247"/>
                    <a:pt x="5776" y="3144"/>
                    <a:pt x="5632" y="3144"/>
                  </a:cubicBezTo>
                  <a:cubicBezTo>
                    <a:pt x="5624" y="3144"/>
                    <a:pt x="5616" y="3144"/>
                    <a:pt x="5608" y="3145"/>
                  </a:cubicBezTo>
                  <a:lnTo>
                    <a:pt x="5275" y="3181"/>
                  </a:lnTo>
                  <a:lnTo>
                    <a:pt x="5227" y="3121"/>
                  </a:lnTo>
                  <a:lnTo>
                    <a:pt x="5668" y="2669"/>
                  </a:lnTo>
                  <a:cubicBezTo>
                    <a:pt x="5727" y="2609"/>
                    <a:pt x="5727" y="2502"/>
                    <a:pt x="5668" y="2442"/>
                  </a:cubicBezTo>
                  <a:cubicBezTo>
                    <a:pt x="5638" y="2413"/>
                    <a:pt x="5599" y="2398"/>
                    <a:pt x="5560" y="2398"/>
                  </a:cubicBezTo>
                  <a:cubicBezTo>
                    <a:pt x="5522" y="2398"/>
                    <a:pt x="5483" y="2413"/>
                    <a:pt x="5453" y="2442"/>
                  </a:cubicBezTo>
                  <a:lnTo>
                    <a:pt x="4918" y="2978"/>
                  </a:lnTo>
                  <a:lnTo>
                    <a:pt x="4739" y="3061"/>
                  </a:lnTo>
                  <a:lnTo>
                    <a:pt x="4227" y="2669"/>
                  </a:lnTo>
                  <a:cubicBezTo>
                    <a:pt x="4193" y="2652"/>
                    <a:pt x="4166" y="2635"/>
                    <a:pt x="4131" y="2635"/>
                  </a:cubicBezTo>
                  <a:cubicBezTo>
                    <a:pt x="4117" y="2635"/>
                    <a:pt x="4102" y="2638"/>
                    <a:pt x="4084" y="2645"/>
                  </a:cubicBezTo>
                  <a:lnTo>
                    <a:pt x="3382" y="2859"/>
                  </a:lnTo>
                  <a:cubicBezTo>
                    <a:pt x="3370" y="2859"/>
                    <a:pt x="3334" y="2883"/>
                    <a:pt x="3322" y="2895"/>
                  </a:cubicBezTo>
                  <a:lnTo>
                    <a:pt x="3370" y="2680"/>
                  </a:lnTo>
                  <a:lnTo>
                    <a:pt x="3917" y="2288"/>
                  </a:lnTo>
                  <a:lnTo>
                    <a:pt x="4501" y="2192"/>
                  </a:lnTo>
                  <a:cubicBezTo>
                    <a:pt x="4572" y="2180"/>
                    <a:pt x="4620" y="2133"/>
                    <a:pt x="4632" y="2061"/>
                  </a:cubicBezTo>
                  <a:lnTo>
                    <a:pt x="4691" y="1597"/>
                  </a:lnTo>
                  <a:cubicBezTo>
                    <a:pt x="4691" y="1549"/>
                    <a:pt x="4691" y="1514"/>
                    <a:pt x="4656" y="1478"/>
                  </a:cubicBezTo>
                  <a:lnTo>
                    <a:pt x="4417" y="1180"/>
                  </a:lnTo>
                  <a:cubicBezTo>
                    <a:pt x="4394" y="1133"/>
                    <a:pt x="4346" y="1121"/>
                    <a:pt x="4287" y="1121"/>
                  </a:cubicBezTo>
                  <a:cubicBezTo>
                    <a:pt x="4239" y="1121"/>
                    <a:pt x="4179" y="1156"/>
                    <a:pt x="4156" y="1192"/>
                  </a:cubicBezTo>
                  <a:lnTo>
                    <a:pt x="3977" y="1454"/>
                  </a:lnTo>
                  <a:lnTo>
                    <a:pt x="3786" y="1430"/>
                  </a:lnTo>
                  <a:lnTo>
                    <a:pt x="4096" y="835"/>
                  </a:lnTo>
                  <a:lnTo>
                    <a:pt x="4417" y="835"/>
                  </a:lnTo>
                  <a:lnTo>
                    <a:pt x="4656" y="1287"/>
                  </a:lnTo>
                  <a:cubicBezTo>
                    <a:pt x="4691" y="1347"/>
                    <a:pt x="4751" y="1371"/>
                    <a:pt x="4810" y="1371"/>
                  </a:cubicBezTo>
                  <a:cubicBezTo>
                    <a:pt x="4870" y="1371"/>
                    <a:pt x="4929" y="1335"/>
                    <a:pt x="4941" y="1276"/>
                  </a:cubicBezTo>
                  <a:lnTo>
                    <a:pt x="5168" y="740"/>
                  </a:lnTo>
                  <a:cubicBezTo>
                    <a:pt x="5215" y="645"/>
                    <a:pt x="5191" y="525"/>
                    <a:pt x="5132" y="454"/>
                  </a:cubicBezTo>
                  <a:lnTo>
                    <a:pt x="5132" y="454"/>
                  </a:lnTo>
                  <a:cubicBezTo>
                    <a:pt x="5668" y="597"/>
                    <a:pt x="6168" y="859"/>
                    <a:pt x="6596" y="1216"/>
                  </a:cubicBezTo>
                  <a:cubicBezTo>
                    <a:pt x="6625" y="1240"/>
                    <a:pt x="6658" y="1250"/>
                    <a:pt x="6691" y="1250"/>
                  </a:cubicBezTo>
                  <a:cubicBezTo>
                    <a:pt x="6739" y="1250"/>
                    <a:pt x="6787" y="1228"/>
                    <a:pt x="6823" y="1192"/>
                  </a:cubicBezTo>
                  <a:cubicBezTo>
                    <a:pt x="6882" y="1121"/>
                    <a:pt x="6858" y="1037"/>
                    <a:pt x="6799" y="978"/>
                  </a:cubicBezTo>
                  <a:cubicBezTo>
                    <a:pt x="6038" y="344"/>
                    <a:pt x="5077" y="0"/>
                    <a:pt x="40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1" name="Google Shape;2431;p19"/>
          <p:cNvGrpSpPr/>
          <p:nvPr/>
        </p:nvGrpSpPr>
        <p:grpSpPr>
          <a:xfrm>
            <a:off x="6346338" y="3212176"/>
            <a:ext cx="336512" cy="335048"/>
            <a:chOff x="3996113" y="4291176"/>
            <a:chExt cx="336512" cy="335048"/>
          </a:xfrm>
        </p:grpSpPr>
        <p:sp>
          <p:nvSpPr>
            <p:cNvPr id="2432" name="Google Shape;2432;p19"/>
            <p:cNvSpPr/>
            <p:nvPr/>
          </p:nvSpPr>
          <p:spPr>
            <a:xfrm>
              <a:off x="4082143" y="4323386"/>
              <a:ext cx="111810" cy="219833"/>
            </a:xfrm>
            <a:custGeom>
              <a:avLst/>
              <a:gdLst/>
              <a:ahLst/>
              <a:cxnLst/>
              <a:rect l="l" t="t" r="r" b="b"/>
              <a:pathLst>
                <a:path w="3513" h="6907" extrusionOk="0">
                  <a:moveTo>
                    <a:pt x="1751" y="322"/>
                  </a:moveTo>
                  <a:cubicBezTo>
                    <a:pt x="1846" y="322"/>
                    <a:pt x="1929" y="394"/>
                    <a:pt x="1929" y="501"/>
                  </a:cubicBezTo>
                  <a:lnTo>
                    <a:pt x="1929" y="942"/>
                  </a:lnTo>
                  <a:cubicBezTo>
                    <a:pt x="1929" y="1037"/>
                    <a:pt x="2001" y="1096"/>
                    <a:pt x="2084" y="1096"/>
                  </a:cubicBezTo>
                  <a:cubicBezTo>
                    <a:pt x="2691" y="1108"/>
                    <a:pt x="3179" y="1596"/>
                    <a:pt x="3179" y="2204"/>
                  </a:cubicBezTo>
                  <a:lnTo>
                    <a:pt x="3179" y="2525"/>
                  </a:lnTo>
                  <a:cubicBezTo>
                    <a:pt x="3179" y="2608"/>
                    <a:pt x="3108" y="2704"/>
                    <a:pt x="3001" y="2704"/>
                  </a:cubicBezTo>
                  <a:cubicBezTo>
                    <a:pt x="2917" y="2704"/>
                    <a:pt x="2822" y="2620"/>
                    <a:pt x="2822" y="2525"/>
                  </a:cubicBezTo>
                  <a:lnTo>
                    <a:pt x="2822" y="2204"/>
                  </a:lnTo>
                  <a:cubicBezTo>
                    <a:pt x="2834" y="1787"/>
                    <a:pt x="2501" y="1454"/>
                    <a:pt x="2060" y="1454"/>
                  </a:cubicBezTo>
                  <a:lnTo>
                    <a:pt x="1608" y="1454"/>
                  </a:lnTo>
                  <a:cubicBezTo>
                    <a:pt x="1096" y="1454"/>
                    <a:pt x="679" y="1870"/>
                    <a:pt x="679" y="2370"/>
                  </a:cubicBezTo>
                  <a:cubicBezTo>
                    <a:pt x="679" y="2882"/>
                    <a:pt x="1096" y="3299"/>
                    <a:pt x="1608" y="3299"/>
                  </a:cubicBezTo>
                  <a:lnTo>
                    <a:pt x="1917" y="3299"/>
                  </a:lnTo>
                  <a:cubicBezTo>
                    <a:pt x="2620" y="3299"/>
                    <a:pt x="3191" y="3859"/>
                    <a:pt x="3191" y="4573"/>
                  </a:cubicBezTo>
                  <a:cubicBezTo>
                    <a:pt x="3191" y="5216"/>
                    <a:pt x="2715" y="5764"/>
                    <a:pt x="2084" y="5835"/>
                  </a:cubicBezTo>
                  <a:cubicBezTo>
                    <a:pt x="2001" y="5859"/>
                    <a:pt x="1941" y="5918"/>
                    <a:pt x="1941" y="5990"/>
                  </a:cubicBezTo>
                  <a:lnTo>
                    <a:pt x="1941" y="6454"/>
                  </a:lnTo>
                  <a:cubicBezTo>
                    <a:pt x="1941" y="6538"/>
                    <a:pt x="1870" y="6633"/>
                    <a:pt x="1762" y="6633"/>
                  </a:cubicBezTo>
                  <a:cubicBezTo>
                    <a:pt x="1667" y="6633"/>
                    <a:pt x="1584" y="6549"/>
                    <a:pt x="1584" y="6454"/>
                  </a:cubicBezTo>
                  <a:lnTo>
                    <a:pt x="1584" y="6002"/>
                  </a:lnTo>
                  <a:cubicBezTo>
                    <a:pt x="1584" y="5918"/>
                    <a:pt x="1512" y="5859"/>
                    <a:pt x="1441" y="5859"/>
                  </a:cubicBezTo>
                  <a:cubicBezTo>
                    <a:pt x="834" y="5835"/>
                    <a:pt x="334" y="5347"/>
                    <a:pt x="334" y="4740"/>
                  </a:cubicBezTo>
                  <a:cubicBezTo>
                    <a:pt x="334" y="4644"/>
                    <a:pt x="417" y="4561"/>
                    <a:pt x="512" y="4561"/>
                  </a:cubicBezTo>
                  <a:cubicBezTo>
                    <a:pt x="608" y="4561"/>
                    <a:pt x="691" y="4633"/>
                    <a:pt x="691" y="4740"/>
                  </a:cubicBezTo>
                  <a:cubicBezTo>
                    <a:pt x="691" y="5156"/>
                    <a:pt x="1036" y="5502"/>
                    <a:pt x="1453" y="5502"/>
                  </a:cubicBezTo>
                  <a:lnTo>
                    <a:pt x="1929" y="5502"/>
                  </a:lnTo>
                  <a:cubicBezTo>
                    <a:pt x="2441" y="5502"/>
                    <a:pt x="2858" y="5085"/>
                    <a:pt x="2858" y="4573"/>
                  </a:cubicBezTo>
                  <a:cubicBezTo>
                    <a:pt x="2858" y="4073"/>
                    <a:pt x="2441" y="3656"/>
                    <a:pt x="1929" y="3656"/>
                  </a:cubicBezTo>
                  <a:lnTo>
                    <a:pt x="1608" y="3656"/>
                  </a:lnTo>
                  <a:cubicBezTo>
                    <a:pt x="905" y="3656"/>
                    <a:pt x="322" y="3085"/>
                    <a:pt x="322" y="2370"/>
                  </a:cubicBezTo>
                  <a:cubicBezTo>
                    <a:pt x="322" y="1727"/>
                    <a:pt x="798" y="1180"/>
                    <a:pt x="1441" y="1108"/>
                  </a:cubicBezTo>
                  <a:cubicBezTo>
                    <a:pt x="1512" y="1096"/>
                    <a:pt x="1572" y="1037"/>
                    <a:pt x="1572" y="953"/>
                  </a:cubicBezTo>
                  <a:lnTo>
                    <a:pt x="1572" y="501"/>
                  </a:lnTo>
                  <a:cubicBezTo>
                    <a:pt x="1572" y="406"/>
                    <a:pt x="1643" y="322"/>
                    <a:pt x="1751" y="322"/>
                  </a:cubicBezTo>
                  <a:close/>
                  <a:moveTo>
                    <a:pt x="1762" y="1"/>
                  </a:moveTo>
                  <a:cubicBezTo>
                    <a:pt x="1500" y="1"/>
                    <a:pt x="1274" y="227"/>
                    <a:pt x="1274" y="501"/>
                  </a:cubicBezTo>
                  <a:lnTo>
                    <a:pt x="1274" y="823"/>
                  </a:lnTo>
                  <a:cubicBezTo>
                    <a:pt x="548" y="977"/>
                    <a:pt x="24" y="1608"/>
                    <a:pt x="24" y="2370"/>
                  </a:cubicBezTo>
                  <a:cubicBezTo>
                    <a:pt x="24" y="3251"/>
                    <a:pt x="738" y="3954"/>
                    <a:pt x="1608" y="3954"/>
                  </a:cubicBezTo>
                  <a:lnTo>
                    <a:pt x="1917" y="3954"/>
                  </a:lnTo>
                  <a:cubicBezTo>
                    <a:pt x="2262" y="3954"/>
                    <a:pt x="2524" y="4216"/>
                    <a:pt x="2524" y="4561"/>
                  </a:cubicBezTo>
                  <a:cubicBezTo>
                    <a:pt x="2524" y="4906"/>
                    <a:pt x="2262" y="5168"/>
                    <a:pt x="1917" y="5168"/>
                  </a:cubicBezTo>
                  <a:lnTo>
                    <a:pt x="1441" y="5168"/>
                  </a:lnTo>
                  <a:cubicBezTo>
                    <a:pt x="1191" y="5168"/>
                    <a:pt x="977" y="4966"/>
                    <a:pt x="977" y="4704"/>
                  </a:cubicBezTo>
                  <a:cubicBezTo>
                    <a:pt x="977" y="4442"/>
                    <a:pt x="750" y="4216"/>
                    <a:pt x="488" y="4216"/>
                  </a:cubicBezTo>
                  <a:cubicBezTo>
                    <a:pt x="215" y="4216"/>
                    <a:pt x="0" y="4442"/>
                    <a:pt x="0" y="4704"/>
                  </a:cubicBezTo>
                  <a:cubicBezTo>
                    <a:pt x="0" y="5442"/>
                    <a:pt x="548" y="6037"/>
                    <a:pt x="1250" y="6121"/>
                  </a:cubicBezTo>
                  <a:lnTo>
                    <a:pt x="1250" y="6418"/>
                  </a:lnTo>
                  <a:cubicBezTo>
                    <a:pt x="1250" y="6692"/>
                    <a:pt x="1465" y="6907"/>
                    <a:pt x="1739" y="6907"/>
                  </a:cubicBezTo>
                  <a:cubicBezTo>
                    <a:pt x="2001" y="6907"/>
                    <a:pt x="2227" y="6692"/>
                    <a:pt x="2227" y="6418"/>
                  </a:cubicBezTo>
                  <a:lnTo>
                    <a:pt x="2227" y="6121"/>
                  </a:lnTo>
                  <a:cubicBezTo>
                    <a:pt x="2953" y="5978"/>
                    <a:pt x="3477" y="5335"/>
                    <a:pt x="3477" y="4573"/>
                  </a:cubicBezTo>
                  <a:cubicBezTo>
                    <a:pt x="3477" y="3692"/>
                    <a:pt x="2763" y="3001"/>
                    <a:pt x="1905" y="3001"/>
                  </a:cubicBezTo>
                  <a:lnTo>
                    <a:pt x="1608" y="3001"/>
                  </a:lnTo>
                  <a:cubicBezTo>
                    <a:pt x="1262" y="3001"/>
                    <a:pt x="989" y="2728"/>
                    <a:pt x="989" y="2382"/>
                  </a:cubicBezTo>
                  <a:cubicBezTo>
                    <a:pt x="989" y="2037"/>
                    <a:pt x="1262" y="1775"/>
                    <a:pt x="1608" y="1775"/>
                  </a:cubicBezTo>
                  <a:lnTo>
                    <a:pt x="2084" y="1775"/>
                  </a:lnTo>
                  <a:cubicBezTo>
                    <a:pt x="2334" y="1775"/>
                    <a:pt x="2536" y="1989"/>
                    <a:pt x="2536" y="2239"/>
                  </a:cubicBezTo>
                  <a:lnTo>
                    <a:pt x="2536" y="2549"/>
                  </a:lnTo>
                  <a:cubicBezTo>
                    <a:pt x="2524" y="2799"/>
                    <a:pt x="2751" y="3013"/>
                    <a:pt x="3013" y="3013"/>
                  </a:cubicBezTo>
                  <a:cubicBezTo>
                    <a:pt x="3286" y="3013"/>
                    <a:pt x="3513" y="2787"/>
                    <a:pt x="3513" y="2525"/>
                  </a:cubicBezTo>
                  <a:lnTo>
                    <a:pt x="3513" y="2204"/>
                  </a:lnTo>
                  <a:cubicBezTo>
                    <a:pt x="3513" y="1477"/>
                    <a:pt x="2953" y="882"/>
                    <a:pt x="2262" y="799"/>
                  </a:cubicBezTo>
                  <a:lnTo>
                    <a:pt x="2262" y="501"/>
                  </a:lnTo>
                  <a:cubicBezTo>
                    <a:pt x="2262" y="227"/>
                    <a:pt x="2036" y="1"/>
                    <a:pt x="1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9"/>
            <p:cNvSpPr/>
            <p:nvPr/>
          </p:nvSpPr>
          <p:spPr>
            <a:xfrm>
              <a:off x="4226894" y="4523485"/>
              <a:ext cx="52324" cy="51942"/>
            </a:xfrm>
            <a:custGeom>
              <a:avLst/>
              <a:gdLst/>
              <a:ahLst/>
              <a:cxnLst/>
              <a:rect l="l" t="t" r="r" b="b"/>
              <a:pathLst>
                <a:path w="1644" h="1632" extrusionOk="0">
                  <a:moveTo>
                    <a:pt x="822" y="310"/>
                  </a:moveTo>
                  <a:cubicBezTo>
                    <a:pt x="1108" y="310"/>
                    <a:pt x="1322" y="536"/>
                    <a:pt x="1322" y="822"/>
                  </a:cubicBezTo>
                  <a:cubicBezTo>
                    <a:pt x="1322" y="1096"/>
                    <a:pt x="1108" y="1322"/>
                    <a:pt x="822" y="1322"/>
                  </a:cubicBezTo>
                  <a:cubicBezTo>
                    <a:pt x="536" y="1322"/>
                    <a:pt x="310" y="1096"/>
                    <a:pt x="310" y="822"/>
                  </a:cubicBezTo>
                  <a:cubicBezTo>
                    <a:pt x="310" y="536"/>
                    <a:pt x="536" y="310"/>
                    <a:pt x="822" y="310"/>
                  </a:cubicBezTo>
                  <a:close/>
                  <a:moveTo>
                    <a:pt x="822" y="0"/>
                  </a:moveTo>
                  <a:cubicBezTo>
                    <a:pt x="370" y="0"/>
                    <a:pt x="0" y="370"/>
                    <a:pt x="0" y="822"/>
                  </a:cubicBezTo>
                  <a:cubicBezTo>
                    <a:pt x="0" y="1263"/>
                    <a:pt x="370" y="1632"/>
                    <a:pt x="822" y="1632"/>
                  </a:cubicBezTo>
                  <a:cubicBezTo>
                    <a:pt x="1263" y="1632"/>
                    <a:pt x="1644" y="1263"/>
                    <a:pt x="1644" y="822"/>
                  </a:cubicBezTo>
                  <a:cubicBezTo>
                    <a:pt x="1644" y="370"/>
                    <a:pt x="1263" y="0"/>
                    <a:pt x="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9"/>
            <p:cNvSpPr/>
            <p:nvPr/>
          </p:nvSpPr>
          <p:spPr>
            <a:xfrm>
              <a:off x="3996113" y="4291176"/>
              <a:ext cx="336512" cy="335048"/>
            </a:xfrm>
            <a:custGeom>
              <a:avLst/>
              <a:gdLst/>
              <a:ahLst/>
              <a:cxnLst/>
              <a:rect l="l" t="t" r="r" b="b"/>
              <a:pathLst>
                <a:path w="10573" h="10527" extrusionOk="0">
                  <a:moveTo>
                    <a:pt x="8216" y="5930"/>
                  </a:moveTo>
                  <a:lnTo>
                    <a:pt x="8335" y="6537"/>
                  </a:lnTo>
                  <a:cubicBezTo>
                    <a:pt x="8359" y="6597"/>
                    <a:pt x="8394" y="6645"/>
                    <a:pt x="8442" y="6657"/>
                  </a:cubicBezTo>
                  <a:cubicBezTo>
                    <a:pt x="8502" y="6668"/>
                    <a:pt x="8549" y="6692"/>
                    <a:pt x="8609" y="6716"/>
                  </a:cubicBezTo>
                  <a:cubicBezTo>
                    <a:pt x="8631" y="6729"/>
                    <a:pt x="8653" y="6734"/>
                    <a:pt x="8674" y="6734"/>
                  </a:cubicBezTo>
                  <a:cubicBezTo>
                    <a:pt x="8710" y="6734"/>
                    <a:pt x="8745" y="6719"/>
                    <a:pt x="8775" y="6704"/>
                  </a:cubicBezTo>
                  <a:lnTo>
                    <a:pt x="9252" y="6311"/>
                  </a:lnTo>
                  <a:lnTo>
                    <a:pt x="9561" y="6585"/>
                  </a:lnTo>
                  <a:lnTo>
                    <a:pt x="9264" y="7121"/>
                  </a:lnTo>
                  <a:cubicBezTo>
                    <a:pt x="9228" y="7157"/>
                    <a:pt x="9228" y="7216"/>
                    <a:pt x="9264" y="7276"/>
                  </a:cubicBezTo>
                  <a:cubicBezTo>
                    <a:pt x="9287" y="7323"/>
                    <a:pt x="9323" y="7371"/>
                    <a:pt x="9347" y="7430"/>
                  </a:cubicBezTo>
                  <a:cubicBezTo>
                    <a:pt x="9383" y="7478"/>
                    <a:pt x="9430" y="7514"/>
                    <a:pt x="9490" y="7514"/>
                  </a:cubicBezTo>
                  <a:lnTo>
                    <a:pt x="10109" y="7538"/>
                  </a:lnTo>
                  <a:lnTo>
                    <a:pt x="10180" y="7942"/>
                  </a:lnTo>
                  <a:lnTo>
                    <a:pt x="9645" y="8157"/>
                  </a:lnTo>
                  <a:cubicBezTo>
                    <a:pt x="9585" y="8181"/>
                    <a:pt x="9561" y="8240"/>
                    <a:pt x="9549" y="8276"/>
                  </a:cubicBezTo>
                  <a:cubicBezTo>
                    <a:pt x="9549" y="8335"/>
                    <a:pt x="9526" y="8383"/>
                    <a:pt x="9514" y="8442"/>
                  </a:cubicBezTo>
                  <a:cubicBezTo>
                    <a:pt x="9502" y="8502"/>
                    <a:pt x="9514" y="8562"/>
                    <a:pt x="9561" y="8597"/>
                  </a:cubicBezTo>
                  <a:lnTo>
                    <a:pt x="10014" y="8990"/>
                  </a:lnTo>
                  <a:lnTo>
                    <a:pt x="9811" y="9347"/>
                  </a:lnTo>
                  <a:lnTo>
                    <a:pt x="9228" y="9157"/>
                  </a:lnTo>
                  <a:cubicBezTo>
                    <a:pt x="9213" y="9154"/>
                    <a:pt x="9198" y="9152"/>
                    <a:pt x="9184" y="9152"/>
                  </a:cubicBezTo>
                  <a:cubicBezTo>
                    <a:pt x="9141" y="9152"/>
                    <a:pt x="9103" y="9166"/>
                    <a:pt x="9085" y="9193"/>
                  </a:cubicBezTo>
                  <a:cubicBezTo>
                    <a:pt x="9037" y="9228"/>
                    <a:pt x="8990" y="9264"/>
                    <a:pt x="8954" y="9288"/>
                  </a:cubicBezTo>
                  <a:cubicBezTo>
                    <a:pt x="8906" y="9324"/>
                    <a:pt x="8871" y="9383"/>
                    <a:pt x="8895" y="9443"/>
                  </a:cubicBezTo>
                  <a:lnTo>
                    <a:pt x="8978" y="10050"/>
                  </a:lnTo>
                  <a:lnTo>
                    <a:pt x="8597" y="10181"/>
                  </a:lnTo>
                  <a:lnTo>
                    <a:pt x="8264" y="9669"/>
                  </a:lnTo>
                  <a:cubicBezTo>
                    <a:pt x="8228" y="9621"/>
                    <a:pt x="8192" y="9585"/>
                    <a:pt x="8133" y="9585"/>
                  </a:cubicBezTo>
                  <a:lnTo>
                    <a:pt x="7954" y="9585"/>
                  </a:lnTo>
                  <a:cubicBezTo>
                    <a:pt x="7894" y="9585"/>
                    <a:pt x="7847" y="9621"/>
                    <a:pt x="7811" y="9669"/>
                  </a:cubicBezTo>
                  <a:lnTo>
                    <a:pt x="7490" y="10181"/>
                  </a:lnTo>
                  <a:lnTo>
                    <a:pt x="7097" y="10050"/>
                  </a:lnTo>
                  <a:lnTo>
                    <a:pt x="7192" y="9443"/>
                  </a:lnTo>
                  <a:cubicBezTo>
                    <a:pt x="7204" y="9383"/>
                    <a:pt x="7180" y="9324"/>
                    <a:pt x="7132" y="9288"/>
                  </a:cubicBezTo>
                  <a:cubicBezTo>
                    <a:pt x="7085" y="9264"/>
                    <a:pt x="7037" y="9216"/>
                    <a:pt x="7001" y="9193"/>
                  </a:cubicBezTo>
                  <a:cubicBezTo>
                    <a:pt x="6970" y="9161"/>
                    <a:pt x="6933" y="9145"/>
                    <a:pt x="6897" y="9145"/>
                  </a:cubicBezTo>
                  <a:cubicBezTo>
                    <a:pt x="6880" y="9145"/>
                    <a:pt x="6863" y="9149"/>
                    <a:pt x="6847" y="9157"/>
                  </a:cubicBezTo>
                  <a:lnTo>
                    <a:pt x="6275" y="9347"/>
                  </a:lnTo>
                  <a:lnTo>
                    <a:pt x="6061" y="8990"/>
                  </a:lnTo>
                  <a:lnTo>
                    <a:pt x="6525" y="8597"/>
                  </a:lnTo>
                  <a:cubicBezTo>
                    <a:pt x="6573" y="8550"/>
                    <a:pt x="6585" y="8502"/>
                    <a:pt x="6573" y="8442"/>
                  </a:cubicBezTo>
                  <a:cubicBezTo>
                    <a:pt x="6549" y="8383"/>
                    <a:pt x="6537" y="8335"/>
                    <a:pt x="6537" y="8276"/>
                  </a:cubicBezTo>
                  <a:cubicBezTo>
                    <a:pt x="6537" y="8216"/>
                    <a:pt x="6489" y="8169"/>
                    <a:pt x="6430" y="8157"/>
                  </a:cubicBezTo>
                  <a:lnTo>
                    <a:pt x="5847" y="7942"/>
                  </a:lnTo>
                  <a:lnTo>
                    <a:pt x="5930" y="7538"/>
                  </a:lnTo>
                  <a:lnTo>
                    <a:pt x="6549" y="7514"/>
                  </a:lnTo>
                  <a:cubicBezTo>
                    <a:pt x="6609" y="7514"/>
                    <a:pt x="6656" y="7490"/>
                    <a:pt x="6680" y="7430"/>
                  </a:cubicBezTo>
                  <a:cubicBezTo>
                    <a:pt x="6716" y="7383"/>
                    <a:pt x="6740" y="7323"/>
                    <a:pt x="6775" y="7276"/>
                  </a:cubicBezTo>
                  <a:cubicBezTo>
                    <a:pt x="6811" y="7240"/>
                    <a:pt x="6811" y="7180"/>
                    <a:pt x="6775" y="7121"/>
                  </a:cubicBezTo>
                  <a:lnTo>
                    <a:pt x="6478" y="6585"/>
                  </a:lnTo>
                  <a:lnTo>
                    <a:pt x="6787" y="6311"/>
                  </a:lnTo>
                  <a:lnTo>
                    <a:pt x="7263" y="6704"/>
                  </a:lnTo>
                  <a:cubicBezTo>
                    <a:pt x="7293" y="6719"/>
                    <a:pt x="7327" y="6729"/>
                    <a:pt x="7363" y="6729"/>
                  </a:cubicBezTo>
                  <a:cubicBezTo>
                    <a:pt x="7385" y="6729"/>
                    <a:pt x="7407" y="6725"/>
                    <a:pt x="7430" y="6716"/>
                  </a:cubicBezTo>
                  <a:cubicBezTo>
                    <a:pt x="7478" y="6704"/>
                    <a:pt x="7537" y="6668"/>
                    <a:pt x="7597" y="6657"/>
                  </a:cubicBezTo>
                  <a:cubicBezTo>
                    <a:pt x="7656" y="6645"/>
                    <a:pt x="7680" y="6597"/>
                    <a:pt x="7704" y="6537"/>
                  </a:cubicBezTo>
                  <a:lnTo>
                    <a:pt x="7823" y="5930"/>
                  </a:lnTo>
                  <a:close/>
                  <a:moveTo>
                    <a:pt x="4454" y="1"/>
                  </a:moveTo>
                  <a:cubicBezTo>
                    <a:pt x="3739" y="1"/>
                    <a:pt x="3025" y="180"/>
                    <a:pt x="2382" y="513"/>
                  </a:cubicBezTo>
                  <a:cubicBezTo>
                    <a:pt x="2310" y="561"/>
                    <a:pt x="2287" y="644"/>
                    <a:pt x="2322" y="715"/>
                  </a:cubicBezTo>
                  <a:cubicBezTo>
                    <a:pt x="2354" y="770"/>
                    <a:pt x="2405" y="799"/>
                    <a:pt x="2458" y="799"/>
                  </a:cubicBezTo>
                  <a:cubicBezTo>
                    <a:pt x="2485" y="799"/>
                    <a:pt x="2512" y="791"/>
                    <a:pt x="2537" y="775"/>
                  </a:cubicBezTo>
                  <a:cubicBezTo>
                    <a:pt x="3132" y="465"/>
                    <a:pt x="3787" y="299"/>
                    <a:pt x="4454" y="299"/>
                  </a:cubicBezTo>
                  <a:cubicBezTo>
                    <a:pt x="6728" y="299"/>
                    <a:pt x="8597" y="2168"/>
                    <a:pt x="8597" y="4442"/>
                  </a:cubicBezTo>
                  <a:cubicBezTo>
                    <a:pt x="8597" y="4847"/>
                    <a:pt x="8537" y="5228"/>
                    <a:pt x="8430" y="5621"/>
                  </a:cubicBezTo>
                  <a:lnTo>
                    <a:pt x="7740" y="5621"/>
                  </a:lnTo>
                  <a:cubicBezTo>
                    <a:pt x="7668" y="5621"/>
                    <a:pt x="7609" y="5656"/>
                    <a:pt x="7597" y="5728"/>
                  </a:cubicBezTo>
                  <a:lnTo>
                    <a:pt x="7466" y="6371"/>
                  </a:lnTo>
                  <a:lnTo>
                    <a:pt x="7442" y="6371"/>
                  </a:lnTo>
                  <a:lnTo>
                    <a:pt x="6942" y="5966"/>
                  </a:lnTo>
                  <a:cubicBezTo>
                    <a:pt x="6912" y="5948"/>
                    <a:pt x="6879" y="5939"/>
                    <a:pt x="6847" y="5939"/>
                  </a:cubicBezTo>
                  <a:cubicBezTo>
                    <a:pt x="6814" y="5939"/>
                    <a:pt x="6781" y="5948"/>
                    <a:pt x="6751" y="5966"/>
                  </a:cubicBezTo>
                  <a:lnTo>
                    <a:pt x="6239" y="6407"/>
                  </a:lnTo>
                  <a:cubicBezTo>
                    <a:pt x="6180" y="6442"/>
                    <a:pt x="6168" y="6537"/>
                    <a:pt x="6216" y="6597"/>
                  </a:cubicBezTo>
                  <a:lnTo>
                    <a:pt x="6525" y="7180"/>
                  </a:lnTo>
                  <a:cubicBezTo>
                    <a:pt x="6525" y="7180"/>
                    <a:pt x="6525" y="7192"/>
                    <a:pt x="6513" y="7192"/>
                  </a:cubicBezTo>
                  <a:lnTo>
                    <a:pt x="5858" y="7204"/>
                  </a:lnTo>
                  <a:cubicBezTo>
                    <a:pt x="5775" y="7204"/>
                    <a:pt x="5716" y="7264"/>
                    <a:pt x="5704" y="7335"/>
                  </a:cubicBezTo>
                  <a:lnTo>
                    <a:pt x="5585" y="7990"/>
                  </a:lnTo>
                  <a:cubicBezTo>
                    <a:pt x="5573" y="8073"/>
                    <a:pt x="5620" y="8145"/>
                    <a:pt x="5680" y="8157"/>
                  </a:cubicBezTo>
                  <a:lnTo>
                    <a:pt x="6013" y="8288"/>
                  </a:lnTo>
                  <a:cubicBezTo>
                    <a:pt x="5525" y="8502"/>
                    <a:pt x="5001" y="8585"/>
                    <a:pt x="4454" y="8585"/>
                  </a:cubicBezTo>
                  <a:cubicBezTo>
                    <a:pt x="2179" y="8585"/>
                    <a:pt x="322" y="6728"/>
                    <a:pt x="322" y="4454"/>
                  </a:cubicBezTo>
                  <a:cubicBezTo>
                    <a:pt x="322" y="3168"/>
                    <a:pt x="894" y="2001"/>
                    <a:pt x="1894" y="1203"/>
                  </a:cubicBezTo>
                  <a:cubicBezTo>
                    <a:pt x="1965" y="1144"/>
                    <a:pt x="1965" y="1061"/>
                    <a:pt x="1929" y="989"/>
                  </a:cubicBezTo>
                  <a:cubicBezTo>
                    <a:pt x="1895" y="942"/>
                    <a:pt x="1850" y="921"/>
                    <a:pt x="1804" y="921"/>
                  </a:cubicBezTo>
                  <a:cubicBezTo>
                    <a:pt x="1769" y="921"/>
                    <a:pt x="1734" y="933"/>
                    <a:pt x="1703" y="953"/>
                  </a:cubicBezTo>
                  <a:cubicBezTo>
                    <a:pt x="632" y="1799"/>
                    <a:pt x="1" y="3085"/>
                    <a:pt x="1" y="4454"/>
                  </a:cubicBezTo>
                  <a:cubicBezTo>
                    <a:pt x="1" y="5645"/>
                    <a:pt x="465" y="6764"/>
                    <a:pt x="1298" y="7597"/>
                  </a:cubicBezTo>
                  <a:cubicBezTo>
                    <a:pt x="2132" y="8431"/>
                    <a:pt x="3251" y="8883"/>
                    <a:pt x="4442" y="8883"/>
                  </a:cubicBezTo>
                  <a:cubicBezTo>
                    <a:pt x="5001" y="8883"/>
                    <a:pt x="5537" y="8788"/>
                    <a:pt x="6049" y="8585"/>
                  </a:cubicBezTo>
                  <a:lnTo>
                    <a:pt x="6049" y="8585"/>
                  </a:lnTo>
                  <a:lnTo>
                    <a:pt x="5775" y="8823"/>
                  </a:lnTo>
                  <a:cubicBezTo>
                    <a:pt x="5716" y="8871"/>
                    <a:pt x="5704" y="8966"/>
                    <a:pt x="5751" y="9026"/>
                  </a:cubicBezTo>
                  <a:lnTo>
                    <a:pt x="6073" y="9585"/>
                  </a:lnTo>
                  <a:cubicBezTo>
                    <a:pt x="6101" y="9632"/>
                    <a:pt x="6158" y="9664"/>
                    <a:pt x="6211" y="9664"/>
                  </a:cubicBezTo>
                  <a:cubicBezTo>
                    <a:pt x="6225" y="9664"/>
                    <a:pt x="6239" y="9662"/>
                    <a:pt x="6251" y="9657"/>
                  </a:cubicBezTo>
                  <a:lnTo>
                    <a:pt x="6882" y="9455"/>
                  </a:lnTo>
                  <a:cubicBezTo>
                    <a:pt x="6882" y="9455"/>
                    <a:pt x="6894" y="9455"/>
                    <a:pt x="6894" y="9466"/>
                  </a:cubicBezTo>
                  <a:lnTo>
                    <a:pt x="6787" y="10121"/>
                  </a:lnTo>
                  <a:cubicBezTo>
                    <a:pt x="6775" y="10193"/>
                    <a:pt x="6823" y="10276"/>
                    <a:pt x="6894" y="10288"/>
                  </a:cubicBezTo>
                  <a:lnTo>
                    <a:pt x="7525" y="10514"/>
                  </a:lnTo>
                  <a:cubicBezTo>
                    <a:pt x="7537" y="10514"/>
                    <a:pt x="7549" y="10526"/>
                    <a:pt x="7585" y="10526"/>
                  </a:cubicBezTo>
                  <a:cubicBezTo>
                    <a:pt x="7644" y="10526"/>
                    <a:pt x="7680" y="10490"/>
                    <a:pt x="7716" y="10455"/>
                  </a:cubicBezTo>
                  <a:lnTo>
                    <a:pt x="8061" y="9883"/>
                  </a:lnTo>
                  <a:lnTo>
                    <a:pt x="8073" y="9883"/>
                  </a:lnTo>
                  <a:lnTo>
                    <a:pt x="8418" y="10455"/>
                  </a:lnTo>
                  <a:cubicBezTo>
                    <a:pt x="8445" y="10499"/>
                    <a:pt x="8497" y="10523"/>
                    <a:pt x="8547" y="10523"/>
                  </a:cubicBezTo>
                  <a:cubicBezTo>
                    <a:pt x="8565" y="10523"/>
                    <a:pt x="8582" y="10520"/>
                    <a:pt x="8597" y="10514"/>
                  </a:cubicBezTo>
                  <a:lnTo>
                    <a:pt x="9216" y="10288"/>
                  </a:lnTo>
                  <a:cubicBezTo>
                    <a:pt x="9287" y="10252"/>
                    <a:pt x="9323" y="10193"/>
                    <a:pt x="9323" y="10121"/>
                  </a:cubicBezTo>
                  <a:lnTo>
                    <a:pt x="9216" y="9466"/>
                  </a:lnTo>
                  <a:cubicBezTo>
                    <a:pt x="9216" y="9466"/>
                    <a:pt x="9228" y="9466"/>
                    <a:pt x="9228" y="9455"/>
                  </a:cubicBezTo>
                  <a:lnTo>
                    <a:pt x="9859" y="9657"/>
                  </a:lnTo>
                  <a:cubicBezTo>
                    <a:pt x="9878" y="9666"/>
                    <a:pt x="9897" y="9671"/>
                    <a:pt x="9916" y="9671"/>
                  </a:cubicBezTo>
                  <a:cubicBezTo>
                    <a:pt x="9966" y="9671"/>
                    <a:pt x="10011" y="9638"/>
                    <a:pt x="10038" y="9585"/>
                  </a:cubicBezTo>
                  <a:lnTo>
                    <a:pt x="10359" y="9026"/>
                  </a:lnTo>
                  <a:cubicBezTo>
                    <a:pt x="10395" y="8966"/>
                    <a:pt x="10395" y="8871"/>
                    <a:pt x="10335" y="8823"/>
                  </a:cubicBezTo>
                  <a:lnTo>
                    <a:pt x="9847" y="8395"/>
                  </a:lnTo>
                  <a:lnTo>
                    <a:pt x="9847" y="8383"/>
                  </a:lnTo>
                  <a:lnTo>
                    <a:pt x="10454" y="8145"/>
                  </a:lnTo>
                  <a:cubicBezTo>
                    <a:pt x="10460" y="8146"/>
                    <a:pt x="10465" y="8146"/>
                    <a:pt x="10470" y="8146"/>
                  </a:cubicBezTo>
                  <a:cubicBezTo>
                    <a:pt x="10532" y="8146"/>
                    <a:pt x="10572" y="8080"/>
                    <a:pt x="10561" y="8014"/>
                  </a:cubicBezTo>
                  <a:lnTo>
                    <a:pt x="10442" y="7359"/>
                  </a:lnTo>
                  <a:cubicBezTo>
                    <a:pt x="10419" y="7288"/>
                    <a:pt x="10359" y="7240"/>
                    <a:pt x="10288" y="7228"/>
                  </a:cubicBezTo>
                  <a:lnTo>
                    <a:pt x="9633" y="7204"/>
                  </a:lnTo>
                  <a:cubicBezTo>
                    <a:pt x="9633" y="7204"/>
                    <a:pt x="9633" y="7192"/>
                    <a:pt x="9621" y="7192"/>
                  </a:cubicBezTo>
                  <a:lnTo>
                    <a:pt x="9930" y="6609"/>
                  </a:lnTo>
                  <a:cubicBezTo>
                    <a:pt x="9966" y="6549"/>
                    <a:pt x="9942" y="6466"/>
                    <a:pt x="9907" y="6418"/>
                  </a:cubicBezTo>
                  <a:lnTo>
                    <a:pt x="9395" y="5990"/>
                  </a:lnTo>
                  <a:cubicBezTo>
                    <a:pt x="9365" y="5966"/>
                    <a:pt x="9332" y="5954"/>
                    <a:pt x="9299" y="5954"/>
                  </a:cubicBezTo>
                  <a:cubicBezTo>
                    <a:pt x="9267" y="5954"/>
                    <a:pt x="9234" y="5966"/>
                    <a:pt x="9204" y="5990"/>
                  </a:cubicBezTo>
                  <a:lnTo>
                    <a:pt x="8692" y="6395"/>
                  </a:lnTo>
                  <a:lnTo>
                    <a:pt x="8680" y="6395"/>
                  </a:lnTo>
                  <a:lnTo>
                    <a:pt x="8609" y="6049"/>
                  </a:lnTo>
                  <a:lnTo>
                    <a:pt x="8609" y="6037"/>
                  </a:lnTo>
                  <a:cubicBezTo>
                    <a:pt x="8799" y="5525"/>
                    <a:pt x="8895" y="5002"/>
                    <a:pt x="8895" y="4454"/>
                  </a:cubicBezTo>
                  <a:cubicBezTo>
                    <a:pt x="8895" y="3263"/>
                    <a:pt x="8430" y="2144"/>
                    <a:pt x="7597" y="1311"/>
                  </a:cubicBezTo>
                  <a:cubicBezTo>
                    <a:pt x="6763" y="477"/>
                    <a:pt x="5644" y="1"/>
                    <a:pt x="44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20"/>
          <p:cNvSpPr txBox="1">
            <a:spLocks noGrp="1"/>
          </p:cNvSpPr>
          <p:nvPr>
            <p:ph type="title"/>
          </p:nvPr>
        </p:nvSpPr>
        <p:spPr>
          <a:xfrm>
            <a:off x="1750325" y="1478650"/>
            <a:ext cx="5848500" cy="161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$186,453</a:t>
            </a:r>
            <a:endParaRPr/>
          </a:p>
        </p:txBody>
      </p:sp>
      <p:sp>
        <p:nvSpPr>
          <p:cNvPr id="2440" name="Google Shape;2440;p20"/>
          <p:cNvSpPr txBox="1">
            <a:spLocks noGrp="1"/>
          </p:cNvSpPr>
          <p:nvPr>
            <p:ph type="body" idx="1"/>
          </p:nvPr>
        </p:nvSpPr>
        <p:spPr>
          <a:xfrm>
            <a:off x="1783867" y="3182963"/>
            <a:ext cx="5848500" cy="49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Big numbers catch your audience’s attention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Strategy map &amp;</a:t>
            </a:r>
            <a:r>
              <a:rPr lang="en" b="1"/>
              <a:t> balanced scorecard</a:t>
            </a:r>
            <a:endParaRPr b="1"/>
          </a:p>
        </p:txBody>
      </p:sp>
      <p:graphicFrame>
        <p:nvGraphicFramePr>
          <p:cNvPr id="2446" name="Google Shape;2446;p21"/>
          <p:cNvGraphicFramePr/>
          <p:nvPr/>
        </p:nvGraphicFramePr>
        <p:xfrm>
          <a:off x="767925" y="1328138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3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Perspectives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Strategic objectives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Strategic objectives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Financial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F1-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F2-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Customer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C1-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C2-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Internal Process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I1-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I2-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Learning &amp; Growth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L1-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L2- Insert your own text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Impact </a:t>
            </a:r>
            <a:r>
              <a:rPr lang="en" b="1"/>
              <a:t>of the risks</a:t>
            </a:r>
            <a:endParaRPr b="1"/>
          </a:p>
        </p:txBody>
      </p:sp>
      <p:sp>
        <p:nvSpPr>
          <p:cNvPr id="2452" name="Google Shape;2452;p22"/>
          <p:cNvSpPr txBox="1"/>
          <p:nvPr/>
        </p:nvSpPr>
        <p:spPr>
          <a:xfrm>
            <a:off x="941825" y="1255113"/>
            <a:ext cx="2332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Jupiter </a:t>
            </a:r>
            <a:endParaRPr sz="1800" b="0" i="0" u="none" strike="noStrike" cap="non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453" name="Google Shape;2453;p22"/>
          <p:cNvSpPr txBox="1"/>
          <p:nvPr/>
        </p:nvSpPr>
        <p:spPr>
          <a:xfrm>
            <a:off x="941825" y="1684413"/>
            <a:ext cx="233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Jupiter is the biggest planet in the Solar System </a:t>
            </a:r>
            <a:endParaRPr sz="1400" b="0" i="0" u="none" strike="noStrike" cap="none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54" name="Google Shape;2454;p22"/>
          <p:cNvSpPr txBox="1"/>
          <p:nvPr/>
        </p:nvSpPr>
        <p:spPr>
          <a:xfrm>
            <a:off x="941825" y="2429181"/>
            <a:ext cx="2332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Mars </a:t>
            </a:r>
            <a:endParaRPr sz="1800" b="0" i="0" u="none" strike="noStrike" cap="non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455" name="Google Shape;2455;p22"/>
          <p:cNvSpPr txBox="1"/>
          <p:nvPr/>
        </p:nvSpPr>
        <p:spPr>
          <a:xfrm>
            <a:off x="941825" y="2858481"/>
            <a:ext cx="233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Despite being red, Mars is a very cold planet </a:t>
            </a:r>
            <a:endParaRPr sz="1400" b="0" i="0" u="none" strike="noStrike" cap="none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56" name="Google Shape;2456;p22"/>
          <p:cNvSpPr txBox="1"/>
          <p:nvPr/>
        </p:nvSpPr>
        <p:spPr>
          <a:xfrm>
            <a:off x="941829" y="3577413"/>
            <a:ext cx="2332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Venus </a:t>
            </a:r>
            <a:endParaRPr sz="1800" b="0" i="0" u="none" strike="noStrike" cap="non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457" name="Google Shape;2457;p22"/>
          <p:cNvSpPr txBox="1"/>
          <p:nvPr/>
        </p:nvSpPr>
        <p:spPr>
          <a:xfrm>
            <a:off x="941829" y="4006713"/>
            <a:ext cx="233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Venus is the second planet from the Sun </a:t>
            </a:r>
            <a:endParaRPr sz="1400" b="0" i="0" u="none" strike="noStrike" cap="none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58" name="Google Shape;2458;p22"/>
          <p:cNvSpPr txBox="1"/>
          <p:nvPr/>
        </p:nvSpPr>
        <p:spPr>
          <a:xfrm>
            <a:off x="4568550" y="4188999"/>
            <a:ext cx="3862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Follow the link in the graph to modify its data and then paste the new one here. </a:t>
            </a:r>
            <a:r>
              <a:rPr lang="en" sz="1000" b="0" i="0" u="none" strike="noStrike" cap="none">
                <a:solidFill>
                  <a:schemeClr val="lt1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59" name="Google Shape;2459;p22"/>
          <p:cNvSpPr txBox="1">
            <a:spLocks noGrp="1"/>
          </p:cNvSpPr>
          <p:nvPr>
            <p:ph type="title" idx="4294967295"/>
          </p:nvPr>
        </p:nvSpPr>
        <p:spPr>
          <a:xfrm>
            <a:off x="3372773" y="1477425"/>
            <a:ext cx="1038000" cy="484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/>
              <a:t>45%</a:t>
            </a:r>
            <a:endParaRPr b="1"/>
          </a:p>
        </p:txBody>
      </p:sp>
      <p:sp>
        <p:nvSpPr>
          <p:cNvPr id="2460" name="Google Shape;2460;p22"/>
          <p:cNvSpPr txBox="1">
            <a:spLocks noGrp="1"/>
          </p:cNvSpPr>
          <p:nvPr>
            <p:ph type="title" idx="4294967295"/>
          </p:nvPr>
        </p:nvSpPr>
        <p:spPr>
          <a:xfrm>
            <a:off x="3357601" y="3799748"/>
            <a:ext cx="1038000" cy="484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>
                <a:solidFill>
                  <a:schemeClr val="dk1"/>
                </a:solidFill>
              </a:rPr>
              <a:t>25%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61" name="Google Shape;2461;p22"/>
          <p:cNvSpPr txBox="1">
            <a:spLocks noGrp="1"/>
          </p:cNvSpPr>
          <p:nvPr>
            <p:ph type="title" idx="4294967295"/>
          </p:nvPr>
        </p:nvSpPr>
        <p:spPr>
          <a:xfrm>
            <a:off x="3357601" y="2651518"/>
            <a:ext cx="10380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/>
              <a:t>30%</a:t>
            </a:r>
            <a:endParaRPr b="1"/>
          </a:p>
        </p:txBody>
      </p:sp>
      <p:grpSp>
        <p:nvGrpSpPr>
          <p:cNvPr id="2462" name="Google Shape;2462;p22"/>
          <p:cNvGrpSpPr/>
          <p:nvPr/>
        </p:nvGrpSpPr>
        <p:grpSpPr>
          <a:xfrm>
            <a:off x="5637046" y="992950"/>
            <a:ext cx="1162705" cy="962710"/>
            <a:chOff x="2210400" y="2558550"/>
            <a:chExt cx="971025" cy="804000"/>
          </a:xfrm>
        </p:grpSpPr>
        <p:sp>
          <p:nvSpPr>
            <p:cNvPr id="2463" name="Google Shape;2463;p22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22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22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22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22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22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22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22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71" name="Google Shape;2471;p22" title="Chart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2650" y="1402562"/>
            <a:ext cx="4173993" cy="25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23"/>
          <p:cNvSpPr/>
          <p:nvPr/>
        </p:nvSpPr>
        <p:spPr>
          <a:xfrm>
            <a:off x="1719625" y="1885275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7" name="Google Shape;2477;p23"/>
          <p:cNvSpPr/>
          <p:nvPr/>
        </p:nvSpPr>
        <p:spPr>
          <a:xfrm>
            <a:off x="4291275" y="1885275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8" name="Google Shape;2478;p23"/>
          <p:cNvSpPr/>
          <p:nvPr/>
        </p:nvSpPr>
        <p:spPr>
          <a:xfrm>
            <a:off x="6862925" y="1885275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p23"/>
          <p:cNvSpPr txBox="1">
            <a:spLocks noGrp="1"/>
          </p:cNvSpPr>
          <p:nvPr>
            <p:ph type="title"/>
          </p:nvPr>
        </p:nvSpPr>
        <p:spPr>
          <a:xfrm>
            <a:off x="923725" y="2409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>
                <a:latin typeface="Space Grotesk Medium"/>
                <a:ea typeface="Space Grotesk Medium"/>
                <a:cs typeface="Space Grotesk Medium"/>
                <a:sym typeface="Space Grotesk Medium"/>
              </a:rPr>
              <a:t>Benchmark </a:t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480" name="Google Shape;2480;p23"/>
          <p:cNvSpPr txBox="1">
            <a:spLocks noGrp="1"/>
          </p:cNvSpPr>
          <p:nvPr>
            <p:ph type="subTitle" idx="1"/>
          </p:nvPr>
        </p:nvSpPr>
        <p:spPr>
          <a:xfrm>
            <a:off x="923725" y="2866774"/>
            <a:ext cx="23364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sp>
        <p:nvSpPr>
          <p:cNvPr id="2481" name="Google Shape;2481;p23"/>
          <p:cNvSpPr txBox="1">
            <a:spLocks noGrp="1"/>
          </p:cNvSpPr>
          <p:nvPr>
            <p:ph type="title" idx="2"/>
          </p:nvPr>
        </p:nvSpPr>
        <p:spPr>
          <a:xfrm>
            <a:off x="3495375" y="24092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>
                <a:latin typeface="Space Grotesk Medium"/>
                <a:ea typeface="Space Grotesk Medium"/>
                <a:cs typeface="Space Grotesk Medium"/>
                <a:sym typeface="Space Grotesk Medium"/>
              </a:rPr>
              <a:t>Gap analysis </a:t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482" name="Google Shape;2482;p23"/>
          <p:cNvSpPr txBox="1">
            <a:spLocks noGrp="1"/>
          </p:cNvSpPr>
          <p:nvPr>
            <p:ph type="subTitle" idx="3"/>
          </p:nvPr>
        </p:nvSpPr>
        <p:spPr>
          <a:xfrm>
            <a:off x="3495375" y="2866836"/>
            <a:ext cx="23364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Venus has a beautiful name and extremely high temperatures. This planet is toxic</a:t>
            </a:r>
            <a:endParaRPr/>
          </a:p>
        </p:txBody>
      </p:sp>
      <p:sp>
        <p:nvSpPr>
          <p:cNvPr id="2483" name="Google Shape;2483;p23"/>
          <p:cNvSpPr txBox="1">
            <a:spLocks noGrp="1"/>
          </p:cNvSpPr>
          <p:nvPr>
            <p:ph type="title" idx="4"/>
          </p:nvPr>
        </p:nvSpPr>
        <p:spPr>
          <a:xfrm>
            <a:off x="6067025" y="2424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>
                <a:latin typeface="Space Grotesk Medium"/>
                <a:ea typeface="Space Grotesk Medium"/>
                <a:cs typeface="Space Grotesk Medium"/>
                <a:sym typeface="Space Grotesk Medium"/>
              </a:rPr>
              <a:t>Roadmap</a:t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484" name="Google Shape;2484;p23"/>
          <p:cNvSpPr txBox="1">
            <a:spLocks noGrp="1"/>
          </p:cNvSpPr>
          <p:nvPr>
            <p:ph type="subTitle" idx="5"/>
          </p:nvPr>
        </p:nvSpPr>
        <p:spPr>
          <a:xfrm>
            <a:off x="6067025" y="2882054"/>
            <a:ext cx="23364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Mercury is the closest planet to the Sun and the smallest in the Solar System</a:t>
            </a:r>
            <a:endParaRPr/>
          </a:p>
        </p:txBody>
      </p:sp>
      <p:sp>
        <p:nvSpPr>
          <p:cNvPr id="2485" name="Google Shape;2485;p23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Corporate </a:t>
            </a:r>
            <a:r>
              <a:rPr lang="en" b="1"/>
              <a:t>strategies</a:t>
            </a:r>
            <a:endParaRPr b="1"/>
          </a:p>
        </p:txBody>
      </p:sp>
      <p:grpSp>
        <p:nvGrpSpPr>
          <p:cNvPr id="2486" name="Google Shape;2486;p23"/>
          <p:cNvGrpSpPr/>
          <p:nvPr/>
        </p:nvGrpSpPr>
        <p:grpSpPr>
          <a:xfrm>
            <a:off x="7053850" y="1967592"/>
            <a:ext cx="362743" cy="363026"/>
            <a:chOff x="4206763" y="2450951"/>
            <a:chExt cx="322151" cy="322374"/>
          </a:xfrm>
        </p:grpSpPr>
        <p:sp>
          <p:nvSpPr>
            <p:cNvPr id="2487" name="Google Shape;2487;p23"/>
            <p:cNvSpPr/>
            <p:nvPr/>
          </p:nvSpPr>
          <p:spPr>
            <a:xfrm>
              <a:off x="4206763" y="2571650"/>
              <a:ext cx="322151" cy="201675"/>
            </a:xfrm>
            <a:custGeom>
              <a:avLst/>
              <a:gdLst/>
              <a:ahLst/>
              <a:cxnLst/>
              <a:rect l="l" t="t" r="r" b="b"/>
              <a:pathLst>
                <a:path w="10121" h="6336" extrusionOk="0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23"/>
            <p:cNvSpPr/>
            <p:nvPr/>
          </p:nvSpPr>
          <p:spPr>
            <a:xfrm>
              <a:off x="4210933" y="2450951"/>
              <a:ext cx="308878" cy="185537"/>
            </a:xfrm>
            <a:custGeom>
              <a:avLst/>
              <a:gdLst/>
              <a:ahLst/>
              <a:cxnLst/>
              <a:rect l="l" t="t" r="r" b="b"/>
              <a:pathLst>
                <a:path w="9704" h="5829" extrusionOk="0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9" name="Google Shape;2489;p23"/>
          <p:cNvGrpSpPr/>
          <p:nvPr/>
        </p:nvGrpSpPr>
        <p:grpSpPr>
          <a:xfrm>
            <a:off x="4482205" y="1975548"/>
            <a:ext cx="362733" cy="347128"/>
            <a:chOff x="5621097" y="1500761"/>
            <a:chExt cx="371424" cy="355446"/>
          </a:xfrm>
        </p:grpSpPr>
        <p:sp>
          <p:nvSpPr>
            <p:cNvPr id="2490" name="Google Shape;2490;p23"/>
            <p:cNvSpPr/>
            <p:nvPr/>
          </p:nvSpPr>
          <p:spPr>
            <a:xfrm>
              <a:off x="5621097" y="1539721"/>
              <a:ext cx="324061" cy="316486"/>
            </a:xfrm>
            <a:custGeom>
              <a:avLst/>
              <a:gdLst/>
              <a:ahLst/>
              <a:cxnLst/>
              <a:rect l="l" t="t" r="r" b="b"/>
              <a:pathLst>
                <a:path w="10181" h="9943" extrusionOk="0">
                  <a:moveTo>
                    <a:pt x="8811" y="0"/>
                  </a:moveTo>
                  <a:cubicBezTo>
                    <a:pt x="8454" y="0"/>
                    <a:pt x="8109" y="143"/>
                    <a:pt x="7847" y="393"/>
                  </a:cubicBezTo>
                  <a:lnTo>
                    <a:pt x="6906" y="1334"/>
                  </a:lnTo>
                  <a:cubicBezTo>
                    <a:pt x="6835" y="1405"/>
                    <a:pt x="6835" y="1512"/>
                    <a:pt x="6906" y="1584"/>
                  </a:cubicBezTo>
                  <a:cubicBezTo>
                    <a:pt x="6942" y="1620"/>
                    <a:pt x="6986" y="1637"/>
                    <a:pt x="7031" y="1637"/>
                  </a:cubicBezTo>
                  <a:cubicBezTo>
                    <a:pt x="7076" y="1637"/>
                    <a:pt x="7120" y="1620"/>
                    <a:pt x="7156" y="1584"/>
                  </a:cubicBezTo>
                  <a:lnTo>
                    <a:pt x="8097" y="643"/>
                  </a:lnTo>
                  <a:cubicBezTo>
                    <a:pt x="8287" y="453"/>
                    <a:pt x="8549" y="346"/>
                    <a:pt x="8811" y="346"/>
                  </a:cubicBezTo>
                  <a:cubicBezTo>
                    <a:pt x="9085" y="346"/>
                    <a:pt x="9335" y="453"/>
                    <a:pt x="9525" y="643"/>
                  </a:cubicBezTo>
                  <a:cubicBezTo>
                    <a:pt x="9716" y="846"/>
                    <a:pt x="9823" y="1096"/>
                    <a:pt x="9823" y="1358"/>
                  </a:cubicBezTo>
                  <a:cubicBezTo>
                    <a:pt x="9823" y="1631"/>
                    <a:pt x="9716" y="1882"/>
                    <a:pt x="9525" y="2084"/>
                  </a:cubicBezTo>
                  <a:lnTo>
                    <a:pt x="8228" y="3370"/>
                  </a:lnTo>
                  <a:cubicBezTo>
                    <a:pt x="8097" y="3060"/>
                    <a:pt x="7906" y="2763"/>
                    <a:pt x="7668" y="2524"/>
                  </a:cubicBezTo>
                  <a:cubicBezTo>
                    <a:pt x="7162" y="2018"/>
                    <a:pt x="6498" y="1765"/>
                    <a:pt x="5834" y="1765"/>
                  </a:cubicBezTo>
                  <a:cubicBezTo>
                    <a:pt x="5171" y="1765"/>
                    <a:pt x="4507" y="2018"/>
                    <a:pt x="4001" y="2524"/>
                  </a:cubicBezTo>
                  <a:lnTo>
                    <a:pt x="1012" y="5513"/>
                  </a:lnTo>
                  <a:cubicBezTo>
                    <a:pt x="0" y="6525"/>
                    <a:pt x="0" y="8168"/>
                    <a:pt x="1012" y="9180"/>
                  </a:cubicBezTo>
                  <a:cubicBezTo>
                    <a:pt x="1524" y="9680"/>
                    <a:pt x="2191" y="9942"/>
                    <a:pt x="2846" y="9942"/>
                  </a:cubicBezTo>
                  <a:cubicBezTo>
                    <a:pt x="3501" y="9942"/>
                    <a:pt x="4168" y="9680"/>
                    <a:pt x="4680" y="9180"/>
                  </a:cubicBezTo>
                  <a:lnTo>
                    <a:pt x="6263" y="7585"/>
                  </a:lnTo>
                  <a:cubicBezTo>
                    <a:pt x="6346" y="7513"/>
                    <a:pt x="6346" y="7406"/>
                    <a:pt x="6263" y="7335"/>
                  </a:cubicBezTo>
                  <a:cubicBezTo>
                    <a:pt x="6239" y="7305"/>
                    <a:pt x="6201" y="7290"/>
                    <a:pt x="6159" y="7290"/>
                  </a:cubicBezTo>
                  <a:cubicBezTo>
                    <a:pt x="6117" y="7290"/>
                    <a:pt x="6073" y="7305"/>
                    <a:pt x="6037" y="7335"/>
                  </a:cubicBezTo>
                  <a:lnTo>
                    <a:pt x="4441" y="8930"/>
                  </a:lnTo>
                  <a:cubicBezTo>
                    <a:pt x="4025" y="9347"/>
                    <a:pt x="3453" y="9573"/>
                    <a:pt x="2858" y="9573"/>
                  </a:cubicBezTo>
                  <a:cubicBezTo>
                    <a:pt x="2263" y="9573"/>
                    <a:pt x="1703" y="9335"/>
                    <a:pt x="1286" y="8930"/>
                  </a:cubicBezTo>
                  <a:cubicBezTo>
                    <a:pt x="405" y="8049"/>
                    <a:pt x="405" y="6632"/>
                    <a:pt x="1286" y="5775"/>
                  </a:cubicBezTo>
                  <a:lnTo>
                    <a:pt x="4275" y="2774"/>
                  </a:lnTo>
                  <a:cubicBezTo>
                    <a:pt x="4691" y="2358"/>
                    <a:pt x="5251" y="2120"/>
                    <a:pt x="5846" y="2120"/>
                  </a:cubicBezTo>
                  <a:cubicBezTo>
                    <a:pt x="6442" y="2120"/>
                    <a:pt x="7013" y="2358"/>
                    <a:pt x="7430" y="2774"/>
                  </a:cubicBezTo>
                  <a:cubicBezTo>
                    <a:pt x="7680" y="3025"/>
                    <a:pt x="7859" y="3322"/>
                    <a:pt x="7966" y="3656"/>
                  </a:cubicBezTo>
                  <a:lnTo>
                    <a:pt x="6549" y="5072"/>
                  </a:lnTo>
                  <a:cubicBezTo>
                    <a:pt x="6358" y="5263"/>
                    <a:pt x="6108" y="5370"/>
                    <a:pt x="5834" y="5370"/>
                  </a:cubicBezTo>
                  <a:cubicBezTo>
                    <a:pt x="5573" y="5370"/>
                    <a:pt x="5311" y="5263"/>
                    <a:pt x="5120" y="5072"/>
                  </a:cubicBezTo>
                  <a:cubicBezTo>
                    <a:pt x="5037" y="4977"/>
                    <a:pt x="4953" y="4858"/>
                    <a:pt x="4894" y="4739"/>
                  </a:cubicBezTo>
                  <a:cubicBezTo>
                    <a:pt x="4874" y="4670"/>
                    <a:pt x="4798" y="4626"/>
                    <a:pt x="4711" y="4626"/>
                  </a:cubicBezTo>
                  <a:cubicBezTo>
                    <a:pt x="4693" y="4626"/>
                    <a:pt x="4674" y="4628"/>
                    <a:pt x="4656" y="4632"/>
                  </a:cubicBezTo>
                  <a:cubicBezTo>
                    <a:pt x="4572" y="4668"/>
                    <a:pt x="4525" y="4775"/>
                    <a:pt x="4560" y="4882"/>
                  </a:cubicBezTo>
                  <a:cubicBezTo>
                    <a:pt x="4632" y="5037"/>
                    <a:pt x="4715" y="5203"/>
                    <a:pt x="4858" y="5322"/>
                  </a:cubicBezTo>
                  <a:cubicBezTo>
                    <a:pt x="5108" y="5572"/>
                    <a:pt x="5453" y="5727"/>
                    <a:pt x="5823" y="5727"/>
                  </a:cubicBezTo>
                  <a:cubicBezTo>
                    <a:pt x="6192" y="5727"/>
                    <a:pt x="6525" y="5572"/>
                    <a:pt x="6787" y="5322"/>
                  </a:cubicBezTo>
                  <a:lnTo>
                    <a:pt x="9775" y="2334"/>
                  </a:lnTo>
                  <a:cubicBezTo>
                    <a:pt x="10037" y="2084"/>
                    <a:pt x="10180" y="1739"/>
                    <a:pt x="10180" y="1358"/>
                  </a:cubicBezTo>
                  <a:cubicBezTo>
                    <a:pt x="10180" y="989"/>
                    <a:pt x="10037" y="667"/>
                    <a:pt x="9775" y="393"/>
                  </a:cubicBezTo>
                  <a:cubicBezTo>
                    <a:pt x="9525" y="131"/>
                    <a:pt x="9180" y="0"/>
                    <a:pt x="8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23"/>
            <p:cNvSpPr/>
            <p:nvPr/>
          </p:nvSpPr>
          <p:spPr>
            <a:xfrm>
              <a:off x="5669606" y="1500761"/>
              <a:ext cx="322915" cy="316390"/>
            </a:xfrm>
            <a:custGeom>
              <a:avLst/>
              <a:gdLst/>
              <a:ahLst/>
              <a:cxnLst/>
              <a:rect l="l" t="t" r="r" b="b"/>
              <a:pathLst>
                <a:path w="10145" h="9940" extrusionOk="0">
                  <a:moveTo>
                    <a:pt x="7323" y="1"/>
                  </a:moveTo>
                  <a:cubicBezTo>
                    <a:pt x="6659" y="1"/>
                    <a:pt x="5995" y="254"/>
                    <a:pt x="5489" y="760"/>
                  </a:cubicBezTo>
                  <a:lnTo>
                    <a:pt x="3894" y="2355"/>
                  </a:lnTo>
                  <a:cubicBezTo>
                    <a:pt x="3822" y="2427"/>
                    <a:pt x="3822" y="2534"/>
                    <a:pt x="3894" y="2605"/>
                  </a:cubicBezTo>
                  <a:cubicBezTo>
                    <a:pt x="3935" y="2641"/>
                    <a:pt x="3980" y="2659"/>
                    <a:pt x="4025" y="2659"/>
                  </a:cubicBezTo>
                  <a:cubicBezTo>
                    <a:pt x="4069" y="2659"/>
                    <a:pt x="4114" y="2641"/>
                    <a:pt x="4156" y="2605"/>
                  </a:cubicBezTo>
                  <a:lnTo>
                    <a:pt x="5739" y="1010"/>
                  </a:lnTo>
                  <a:cubicBezTo>
                    <a:pt x="6180" y="569"/>
                    <a:pt x="6754" y="349"/>
                    <a:pt x="7326" y="349"/>
                  </a:cubicBezTo>
                  <a:cubicBezTo>
                    <a:pt x="7897" y="349"/>
                    <a:pt x="8466" y="569"/>
                    <a:pt x="8894" y="1010"/>
                  </a:cubicBezTo>
                  <a:cubicBezTo>
                    <a:pt x="9775" y="1891"/>
                    <a:pt x="9775" y="3308"/>
                    <a:pt x="8894" y="4165"/>
                  </a:cubicBezTo>
                  <a:lnTo>
                    <a:pt x="5906" y="7154"/>
                  </a:lnTo>
                  <a:cubicBezTo>
                    <a:pt x="5489" y="7570"/>
                    <a:pt x="4930" y="7808"/>
                    <a:pt x="4334" y="7808"/>
                  </a:cubicBezTo>
                  <a:cubicBezTo>
                    <a:pt x="3739" y="7808"/>
                    <a:pt x="3167" y="7570"/>
                    <a:pt x="2751" y="7154"/>
                  </a:cubicBezTo>
                  <a:cubicBezTo>
                    <a:pt x="2501" y="6904"/>
                    <a:pt x="2322" y="6606"/>
                    <a:pt x="2215" y="6284"/>
                  </a:cubicBezTo>
                  <a:lnTo>
                    <a:pt x="3632" y="4868"/>
                  </a:lnTo>
                  <a:cubicBezTo>
                    <a:pt x="3822" y="4677"/>
                    <a:pt x="4072" y="4570"/>
                    <a:pt x="4346" y="4570"/>
                  </a:cubicBezTo>
                  <a:cubicBezTo>
                    <a:pt x="4608" y="4570"/>
                    <a:pt x="4870" y="4677"/>
                    <a:pt x="5061" y="4868"/>
                  </a:cubicBezTo>
                  <a:cubicBezTo>
                    <a:pt x="5144" y="4951"/>
                    <a:pt x="5227" y="5070"/>
                    <a:pt x="5287" y="5189"/>
                  </a:cubicBezTo>
                  <a:cubicBezTo>
                    <a:pt x="5305" y="5263"/>
                    <a:pt x="5374" y="5308"/>
                    <a:pt x="5453" y="5308"/>
                  </a:cubicBezTo>
                  <a:cubicBezTo>
                    <a:pt x="5477" y="5308"/>
                    <a:pt x="5501" y="5304"/>
                    <a:pt x="5525" y="5296"/>
                  </a:cubicBezTo>
                  <a:cubicBezTo>
                    <a:pt x="5608" y="5272"/>
                    <a:pt x="5656" y="5165"/>
                    <a:pt x="5620" y="5058"/>
                  </a:cubicBezTo>
                  <a:cubicBezTo>
                    <a:pt x="5549" y="4891"/>
                    <a:pt x="5465" y="4737"/>
                    <a:pt x="5322" y="4618"/>
                  </a:cubicBezTo>
                  <a:cubicBezTo>
                    <a:pt x="5072" y="4356"/>
                    <a:pt x="4727" y="4213"/>
                    <a:pt x="4358" y="4213"/>
                  </a:cubicBezTo>
                  <a:cubicBezTo>
                    <a:pt x="3989" y="4213"/>
                    <a:pt x="3656" y="4356"/>
                    <a:pt x="3394" y="4618"/>
                  </a:cubicBezTo>
                  <a:lnTo>
                    <a:pt x="1929" y="6070"/>
                  </a:lnTo>
                  <a:cubicBezTo>
                    <a:pt x="1905" y="6082"/>
                    <a:pt x="1893" y="6106"/>
                    <a:pt x="1870" y="6130"/>
                  </a:cubicBezTo>
                  <a:lnTo>
                    <a:pt x="405" y="7606"/>
                  </a:lnTo>
                  <a:cubicBezTo>
                    <a:pt x="143" y="7856"/>
                    <a:pt x="0" y="8201"/>
                    <a:pt x="0" y="8570"/>
                  </a:cubicBezTo>
                  <a:cubicBezTo>
                    <a:pt x="0" y="8928"/>
                    <a:pt x="143" y="9273"/>
                    <a:pt x="405" y="9535"/>
                  </a:cubicBezTo>
                  <a:cubicBezTo>
                    <a:pt x="655" y="9785"/>
                    <a:pt x="1001" y="9940"/>
                    <a:pt x="1370" y="9940"/>
                  </a:cubicBezTo>
                  <a:cubicBezTo>
                    <a:pt x="1739" y="9940"/>
                    <a:pt x="2072" y="9785"/>
                    <a:pt x="2334" y="9535"/>
                  </a:cubicBezTo>
                  <a:lnTo>
                    <a:pt x="3275" y="8594"/>
                  </a:lnTo>
                  <a:cubicBezTo>
                    <a:pt x="3346" y="8523"/>
                    <a:pt x="3346" y="8416"/>
                    <a:pt x="3275" y="8344"/>
                  </a:cubicBezTo>
                  <a:cubicBezTo>
                    <a:pt x="3239" y="8309"/>
                    <a:pt x="3194" y="8291"/>
                    <a:pt x="3150" y="8291"/>
                  </a:cubicBezTo>
                  <a:cubicBezTo>
                    <a:pt x="3105" y="8291"/>
                    <a:pt x="3060" y="8309"/>
                    <a:pt x="3025" y="8344"/>
                  </a:cubicBezTo>
                  <a:lnTo>
                    <a:pt x="2084" y="9285"/>
                  </a:lnTo>
                  <a:cubicBezTo>
                    <a:pt x="1893" y="9475"/>
                    <a:pt x="1632" y="9582"/>
                    <a:pt x="1370" y="9582"/>
                  </a:cubicBezTo>
                  <a:cubicBezTo>
                    <a:pt x="1096" y="9582"/>
                    <a:pt x="846" y="9475"/>
                    <a:pt x="655" y="9285"/>
                  </a:cubicBezTo>
                  <a:cubicBezTo>
                    <a:pt x="465" y="9094"/>
                    <a:pt x="358" y="8832"/>
                    <a:pt x="358" y="8570"/>
                  </a:cubicBezTo>
                  <a:cubicBezTo>
                    <a:pt x="358" y="8297"/>
                    <a:pt x="465" y="8047"/>
                    <a:pt x="655" y="7856"/>
                  </a:cubicBezTo>
                  <a:lnTo>
                    <a:pt x="1953" y="6558"/>
                  </a:lnTo>
                  <a:cubicBezTo>
                    <a:pt x="2084" y="6880"/>
                    <a:pt x="2274" y="7177"/>
                    <a:pt x="2513" y="7404"/>
                  </a:cubicBezTo>
                  <a:cubicBezTo>
                    <a:pt x="3001" y="7904"/>
                    <a:pt x="3656" y="8166"/>
                    <a:pt x="4346" y="8166"/>
                  </a:cubicBezTo>
                  <a:cubicBezTo>
                    <a:pt x="5049" y="8166"/>
                    <a:pt x="5680" y="7904"/>
                    <a:pt x="6180" y="7404"/>
                  </a:cubicBezTo>
                  <a:lnTo>
                    <a:pt x="9168" y="4415"/>
                  </a:lnTo>
                  <a:cubicBezTo>
                    <a:pt x="10145" y="3403"/>
                    <a:pt x="10145" y="1772"/>
                    <a:pt x="9156" y="760"/>
                  </a:cubicBezTo>
                  <a:cubicBezTo>
                    <a:pt x="8650" y="254"/>
                    <a:pt x="7987" y="1"/>
                    <a:pt x="73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2" name="Google Shape;2492;p23"/>
          <p:cNvGrpSpPr/>
          <p:nvPr/>
        </p:nvGrpSpPr>
        <p:grpSpPr>
          <a:xfrm flipH="1">
            <a:off x="1910551" y="1975603"/>
            <a:ext cx="362741" cy="347024"/>
            <a:chOff x="3950316" y="3820307"/>
            <a:chExt cx="369805" cy="353782"/>
          </a:xfrm>
        </p:grpSpPr>
        <p:sp>
          <p:nvSpPr>
            <p:cNvPr id="2493" name="Google Shape;2493;p23"/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23"/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23"/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23"/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Key drivers </a:t>
            </a:r>
            <a:r>
              <a:rPr lang="en" b="1"/>
              <a:t>of the profit</a:t>
            </a:r>
            <a:endParaRPr b="1"/>
          </a:p>
        </p:txBody>
      </p:sp>
      <p:graphicFrame>
        <p:nvGraphicFramePr>
          <p:cNvPr id="2502" name="Google Shape;2502;p24"/>
          <p:cNvGraphicFramePr/>
          <p:nvPr/>
        </p:nvGraphicFramePr>
        <p:xfrm>
          <a:off x="713225" y="1518860"/>
          <a:ext cx="7629200" cy="3013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Description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Example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The situation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You need to provide a neutral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description with facts that you know your audience will agree 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Our company has been selling its products in the US 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The complication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The complication is a desired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of the current situation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With a market share already above 40%, profit growth will be limited in the US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The question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The question is implicitly results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from the complication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Should we enter the European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market?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7" name="Google Shape;2507;p25"/>
          <p:cNvGrpSpPr/>
          <p:nvPr/>
        </p:nvGrpSpPr>
        <p:grpSpPr>
          <a:xfrm>
            <a:off x="4365190" y="2221907"/>
            <a:ext cx="1562100" cy="1562100"/>
            <a:chOff x="4365190" y="2450507"/>
            <a:chExt cx="1562100" cy="1562100"/>
          </a:xfrm>
        </p:grpSpPr>
        <p:sp>
          <p:nvSpPr>
            <p:cNvPr id="2508" name="Google Shape;2508;p25"/>
            <p:cNvSpPr/>
            <p:nvPr/>
          </p:nvSpPr>
          <p:spPr>
            <a:xfrm>
              <a:off x="4365190" y="2450507"/>
              <a:ext cx="1562100" cy="1562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25"/>
            <p:cNvSpPr/>
            <p:nvPr/>
          </p:nvSpPr>
          <p:spPr>
            <a:xfrm>
              <a:off x="5562013" y="3399150"/>
              <a:ext cx="294900" cy="2949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0" name="Google Shape;2510;p25"/>
          <p:cNvSpPr txBox="1"/>
          <p:nvPr/>
        </p:nvSpPr>
        <p:spPr>
          <a:xfrm>
            <a:off x="6163640" y="3053846"/>
            <a:ext cx="2304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Feasibility</a:t>
            </a:r>
            <a:endParaRPr sz="1800" b="0" i="0" u="none" strike="noStrike" cap="non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11" name="Google Shape;2511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Decisions: market, </a:t>
            </a:r>
            <a:r>
              <a:rPr lang="en" b="1"/>
              <a:t>product, company</a:t>
            </a:r>
            <a:endParaRPr b="1"/>
          </a:p>
        </p:txBody>
      </p:sp>
      <p:grpSp>
        <p:nvGrpSpPr>
          <p:cNvPr id="2512" name="Google Shape;2512;p25"/>
          <p:cNvGrpSpPr/>
          <p:nvPr/>
        </p:nvGrpSpPr>
        <p:grpSpPr>
          <a:xfrm>
            <a:off x="3790920" y="1436813"/>
            <a:ext cx="1562105" cy="1562100"/>
            <a:chOff x="3790920" y="1513013"/>
            <a:chExt cx="1562105" cy="1562100"/>
          </a:xfrm>
        </p:grpSpPr>
        <p:sp>
          <p:nvSpPr>
            <p:cNvPr id="2513" name="Google Shape;2513;p25"/>
            <p:cNvSpPr/>
            <p:nvPr/>
          </p:nvSpPr>
          <p:spPr>
            <a:xfrm>
              <a:off x="3790920" y="1513013"/>
              <a:ext cx="1562100" cy="1562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25"/>
            <p:cNvSpPr/>
            <p:nvPr/>
          </p:nvSpPr>
          <p:spPr>
            <a:xfrm>
              <a:off x="5058125" y="2060100"/>
              <a:ext cx="294900" cy="2949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5" name="Google Shape;2515;p25"/>
          <p:cNvSpPr/>
          <p:nvPr/>
        </p:nvSpPr>
        <p:spPr>
          <a:xfrm>
            <a:off x="3216650" y="2298107"/>
            <a:ext cx="1562100" cy="15621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6" name="Google Shape;2516;p25"/>
          <p:cNvSpPr txBox="1"/>
          <p:nvPr/>
        </p:nvSpPr>
        <p:spPr>
          <a:xfrm>
            <a:off x="3403800" y="4004748"/>
            <a:ext cx="23364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Sweet spot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17" name="Google Shape;2517;p25"/>
          <p:cNvSpPr txBox="1"/>
          <p:nvPr/>
        </p:nvSpPr>
        <p:spPr>
          <a:xfrm>
            <a:off x="713225" y="2752286"/>
            <a:ext cx="23040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is the potential demand for our product?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18" name="Google Shape;2518;p25"/>
          <p:cNvSpPr txBox="1"/>
          <p:nvPr/>
        </p:nvSpPr>
        <p:spPr>
          <a:xfrm>
            <a:off x="6163315" y="1809536"/>
            <a:ext cx="23040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will be the profitability?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19" name="Google Shape;2519;p25"/>
          <p:cNvSpPr txBox="1"/>
          <p:nvPr/>
        </p:nvSpPr>
        <p:spPr>
          <a:xfrm>
            <a:off x="6163315" y="3482514"/>
            <a:ext cx="23040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is the feasibility to enter this new market?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520" name="Google Shape;2520;p25"/>
          <p:cNvCxnSpPr>
            <a:endCxn id="2516" idx="0"/>
          </p:cNvCxnSpPr>
          <p:nvPr/>
        </p:nvCxnSpPr>
        <p:spPr>
          <a:xfrm rot="-5400000" flipH="1">
            <a:off x="4068750" y="3501498"/>
            <a:ext cx="1005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1" name="Google Shape;2521;p25"/>
          <p:cNvCxnSpPr>
            <a:stCxn id="2517" idx="3"/>
            <a:endCxn id="2515" idx="2"/>
          </p:cNvCxnSpPr>
          <p:nvPr/>
        </p:nvCxnSpPr>
        <p:spPr>
          <a:xfrm>
            <a:off x="3017225" y="3079286"/>
            <a:ext cx="199500" cy="600"/>
          </a:xfrm>
          <a:prstGeom prst="bentConnector3">
            <a:avLst>
              <a:gd name="adj1" fmla="val 4998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2" name="Google Shape;2522;p25"/>
          <p:cNvCxnSpPr>
            <a:stCxn id="2514" idx="6"/>
          </p:cNvCxnSpPr>
          <p:nvPr/>
        </p:nvCxnSpPr>
        <p:spPr>
          <a:xfrm>
            <a:off x="5353025" y="2131350"/>
            <a:ext cx="810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3" name="Google Shape;2523;p25"/>
          <p:cNvSpPr txBox="1"/>
          <p:nvPr/>
        </p:nvSpPr>
        <p:spPr>
          <a:xfrm>
            <a:off x="715250" y="2323050"/>
            <a:ext cx="2304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Profitability </a:t>
            </a:r>
            <a:endParaRPr sz="1800" b="0" i="0" u="none" strike="noStrike" cap="non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24" name="Google Shape;2524;p25"/>
          <p:cNvSpPr txBox="1"/>
          <p:nvPr/>
        </p:nvSpPr>
        <p:spPr>
          <a:xfrm>
            <a:off x="6163315" y="1385463"/>
            <a:ext cx="2304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Desirability</a:t>
            </a:r>
            <a:endParaRPr sz="1800" b="0" i="0" u="none" strike="noStrike" cap="non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2525" name="Google Shape;2525;p25"/>
          <p:cNvCxnSpPr>
            <a:stCxn id="2510" idx="1"/>
            <a:endCxn id="2509" idx="6"/>
          </p:cNvCxnSpPr>
          <p:nvPr/>
        </p:nvCxnSpPr>
        <p:spPr>
          <a:xfrm flipH="1">
            <a:off x="5857040" y="3317696"/>
            <a:ext cx="306600" cy="600"/>
          </a:xfrm>
          <a:prstGeom prst="bentConnector3">
            <a:avLst>
              <a:gd name="adj1" fmla="val 5002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6" name="Google Shape;2526;p25"/>
          <p:cNvSpPr/>
          <p:nvPr/>
        </p:nvSpPr>
        <p:spPr>
          <a:xfrm>
            <a:off x="4365188" y="2602025"/>
            <a:ext cx="396900" cy="3969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26"/>
          <p:cNvSpPr/>
          <p:nvPr/>
        </p:nvSpPr>
        <p:spPr>
          <a:xfrm>
            <a:off x="875175" y="1662650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26"/>
          <p:cNvSpPr/>
          <p:nvPr/>
        </p:nvSpPr>
        <p:spPr>
          <a:xfrm>
            <a:off x="875175" y="3335125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26"/>
          <p:cNvSpPr/>
          <p:nvPr/>
        </p:nvSpPr>
        <p:spPr>
          <a:xfrm>
            <a:off x="4793650" y="1662650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26"/>
          <p:cNvSpPr/>
          <p:nvPr/>
        </p:nvSpPr>
        <p:spPr>
          <a:xfrm>
            <a:off x="4793650" y="3335125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26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536" name="Google Shape;2536;p26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composed mostly of hydrogen and helium</a:t>
            </a:r>
            <a:endParaRPr/>
          </a:p>
        </p:txBody>
      </p:sp>
      <p:sp>
        <p:nvSpPr>
          <p:cNvPr id="2537" name="Google Shape;2537;p26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538" name="Google Shape;2538;p26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the biggest planet in the Solar System </a:t>
            </a:r>
            <a:endParaRPr/>
          </a:p>
        </p:txBody>
      </p:sp>
      <p:sp>
        <p:nvSpPr>
          <p:cNvPr id="2539" name="Google Shape;2539;p26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540" name="Google Shape;2540;p26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 and it is very hot</a:t>
            </a:r>
            <a:endParaRPr/>
          </a:p>
        </p:txBody>
      </p:sp>
      <p:sp>
        <p:nvSpPr>
          <p:cNvPr id="2541" name="Google Shape;2541;p26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542" name="Google Shape;2542;p26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an extremely cold planet</a:t>
            </a:r>
            <a:endParaRPr/>
          </a:p>
        </p:txBody>
      </p:sp>
      <p:sp>
        <p:nvSpPr>
          <p:cNvPr id="2543" name="Google Shape;2543;p26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Strategic </a:t>
            </a:r>
            <a:r>
              <a:rPr lang="en" b="1"/>
              <a:t>perspectives</a:t>
            </a:r>
            <a:endParaRPr b="1"/>
          </a:p>
        </p:txBody>
      </p:sp>
      <p:sp>
        <p:nvSpPr>
          <p:cNvPr id="2544" name="Google Shape;2544;p26"/>
          <p:cNvSpPr/>
          <p:nvPr/>
        </p:nvSpPr>
        <p:spPr>
          <a:xfrm>
            <a:off x="1068635" y="1747827"/>
            <a:ext cx="357688" cy="357339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5" name="Google Shape;2545;p26"/>
          <p:cNvGrpSpPr/>
          <p:nvPr/>
        </p:nvGrpSpPr>
        <p:grpSpPr>
          <a:xfrm>
            <a:off x="4995210" y="3431425"/>
            <a:ext cx="341473" cy="335074"/>
            <a:chOff x="1329585" y="1989925"/>
            <a:chExt cx="341473" cy="335074"/>
          </a:xfrm>
        </p:grpSpPr>
        <p:sp>
          <p:nvSpPr>
            <p:cNvPr id="2546" name="Google Shape;2546;p26"/>
            <p:cNvSpPr/>
            <p:nvPr/>
          </p:nvSpPr>
          <p:spPr>
            <a:xfrm>
              <a:off x="1562263" y="2097956"/>
              <a:ext cx="108795" cy="226661"/>
            </a:xfrm>
            <a:custGeom>
              <a:avLst/>
              <a:gdLst/>
              <a:ahLst/>
              <a:cxnLst/>
              <a:rect l="l" t="t" r="r" b="b"/>
              <a:pathLst>
                <a:path w="3418" h="7121" extrusionOk="0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26"/>
            <p:cNvSpPr/>
            <p:nvPr/>
          </p:nvSpPr>
          <p:spPr>
            <a:xfrm>
              <a:off x="1406137" y="1989925"/>
              <a:ext cx="198587" cy="335074"/>
            </a:xfrm>
            <a:custGeom>
              <a:avLst/>
              <a:gdLst/>
              <a:ahLst/>
              <a:cxnLst/>
              <a:rect l="l" t="t" r="r" b="b"/>
              <a:pathLst>
                <a:path w="6239" h="10527" extrusionOk="0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26"/>
            <p:cNvSpPr/>
            <p:nvPr/>
          </p:nvSpPr>
          <p:spPr>
            <a:xfrm>
              <a:off x="1329585" y="2127494"/>
              <a:ext cx="108795" cy="197123"/>
            </a:xfrm>
            <a:custGeom>
              <a:avLst/>
              <a:gdLst/>
              <a:ahLst/>
              <a:cxnLst/>
              <a:rect l="l" t="t" r="r" b="b"/>
              <a:pathLst>
                <a:path w="3418" h="6193" extrusionOk="0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9" name="Google Shape;2549;p26"/>
          <p:cNvGrpSpPr/>
          <p:nvPr/>
        </p:nvGrpSpPr>
        <p:grpSpPr>
          <a:xfrm>
            <a:off x="1081099" y="3458054"/>
            <a:ext cx="332756" cy="281832"/>
            <a:chOff x="6671087" y="2009304"/>
            <a:chExt cx="332756" cy="281832"/>
          </a:xfrm>
        </p:grpSpPr>
        <p:sp>
          <p:nvSpPr>
            <p:cNvPr id="2550" name="Google Shape;2550;p26"/>
            <p:cNvSpPr/>
            <p:nvPr/>
          </p:nvSpPr>
          <p:spPr>
            <a:xfrm>
              <a:off x="6671087" y="2023658"/>
              <a:ext cx="331993" cy="267478"/>
            </a:xfrm>
            <a:custGeom>
              <a:avLst/>
              <a:gdLst/>
              <a:ahLst/>
              <a:cxnLst/>
              <a:rect l="l" t="t" r="r" b="b"/>
              <a:pathLst>
                <a:path w="10431" h="8404" extrusionOk="0">
                  <a:moveTo>
                    <a:pt x="6359" y="2272"/>
                  </a:moveTo>
                  <a:lnTo>
                    <a:pt x="7192" y="2546"/>
                  </a:lnTo>
                  <a:cubicBezTo>
                    <a:pt x="7203" y="2553"/>
                    <a:pt x="7215" y="2556"/>
                    <a:pt x="7228" y="2556"/>
                  </a:cubicBezTo>
                  <a:cubicBezTo>
                    <a:pt x="7261" y="2556"/>
                    <a:pt x="7298" y="2539"/>
                    <a:pt x="7323" y="2522"/>
                  </a:cubicBezTo>
                  <a:lnTo>
                    <a:pt x="7585" y="2332"/>
                  </a:lnTo>
                  <a:lnTo>
                    <a:pt x="9419" y="4725"/>
                  </a:lnTo>
                  <a:lnTo>
                    <a:pt x="9109" y="4951"/>
                  </a:lnTo>
                  <a:cubicBezTo>
                    <a:pt x="9097" y="4927"/>
                    <a:pt x="9061" y="4915"/>
                    <a:pt x="9050" y="4903"/>
                  </a:cubicBezTo>
                  <a:lnTo>
                    <a:pt x="5882" y="3177"/>
                  </a:lnTo>
                  <a:lnTo>
                    <a:pt x="6002" y="2987"/>
                  </a:lnTo>
                  <a:cubicBezTo>
                    <a:pt x="6049" y="2903"/>
                    <a:pt x="6025" y="2820"/>
                    <a:pt x="5954" y="2772"/>
                  </a:cubicBezTo>
                  <a:cubicBezTo>
                    <a:pt x="5929" y="2755"/>
                    <a:pt x="5900" y="2747"/>
                    <a:pt x="5873" y="2747"/>
                  </a:cubicBezTo>
                  <a:cubicBezTo>
                    <a:pt x="5822" y="2747"/>
                    <a:pt x="5775" y="2774"/>
                    <a:pt x="5752" y="2820"/>
                  </a:cubicBezTo>
                  <a:lnTo>
                    <a:pt x="5418" y="3356"/>
                  </a:lnTo>
                  <a:cubicBezTo>
                    <a:pt x="5406" y="3379"/>
                    <a:pt x="5382" y="3415"/>
                    <a:pt x="5382" y="3427"/>
                  </a:cubicBezTo>
                  <a:lnTo>
                    <a:pt x="5382" y="4725"/>
                  </a:lnTo>
                  <a:cubicBezTo>
                    <a:pt x="5382" y="4987"/>
                    <a:pt x="5168" y="5213"/>
                    <a:pt x="4894" y="5213"/>
                  </a:cubicBezTo>
                  <a:cubicBezTo>
                    <a:pt x="4632" y="5213"/>
                    <a:pt x="4406" y="4987"/>
                    <a:pt x="4406" y="4725"/>
                  </a:cubicBezTo>
                  <a:lnTo>
                    <a:pt x="4406" y="3439"/>
                  </a:lnTo>
                  <a:lnTo>
                    <a:pt x="4704" y="2272"/>
                  </a:lnTo>
                  <a:close/>
                  <a:moveTo>
                    <a:pt x="2692" y="1796"/>
                  </a:moveTo>
                  <a:lnTo>
                    <a:pt x="2930" y="1927"/>
                  </a:lnTo>
                  <a:lnTo>
                    <a:pt x="929" y="5392"/>
                  </a:lnTo>
                  <a:lnTo>
                    <a:pt x="691" y="5261"/>
                  </a:lnTo>
                  <a:lnTo>
                    <a:pt x="2692" y="1796"/>
                  </a:lnTo>
                  <a:close/>
                  <a:moveTo>
                    <a:pt x="3215" y="4844"/>
                  </a:moveTo>
                  <a:cubicBezTo>
                    <a:pt x="3323" y="4844"/>
                    <a:pt x="3406" y="4892"/>
                    <a:pt x="3489" y="4975"/>
                  </a:cubicBezTo>
                  <a:cubicBezTo>
                    <a:pt x="3608" y="5130"/>
                    <a:pt x="3561" y="5344"/>
                    <a:pt x="3406" y="5451"/>
                  </a:cubicBezTo>
                  <a:lnTo>
                    <a:pt x="2323" y="6213"/>
                  </a:lnTo>
                  <a:cubicBezTo>
                    <a:pt x="2266" y="6255"/>
                    <a:pt x="2199" y="6275"/>
                    <a:pt x="2131" y="6275"/>
                  </a:cubicBezTo>
                  <a:cubicBezTo>
                    <a:pt x="2027" y="6275"/>
                    <a:pt x="1923" y="6228"/>
                    <a:pt x="1858" y="6142"/>
                  </a:cubicBezTo>
                  <a:cubicBezTo>
                    <a:pt x="1763" y="5987"/>
                    <a:pt x="1787" y="5785"/>
                    <a:pt x="1942" y="5677"/>
                  </a:cubicBezTo>
                  <a:lnTo>
                    <a:pt x="3025" y="4903"/>
                  </a:lnTo>
                  <a:cubicBezTo>
                    <a:pt x="3085" y="4856"/>
                    <a:pt x="3156" y="4844"/>
                    <a:pt x="3215" y="4844"/>
                  </a:cubicBezTo>
                  <a:close/>
                  <a:moveTo>
                    <a:pt x="3811" y="5606"/>
                  </a:moveTo>
                  <a:cubicBezTo>
                    <a:pt x="3918" y="5606"/>
                    <a:pt x="4001" y="5665"/>
                    <a:pt x="4061" y="5737"/>
                  </a:cubicBezTo>
                  <a:cubicBezTo>
                    <a:pt x="4180" y="5880"/>
                    <a:pt x="4144" y="6106"/>
                    <a:pt x="3989" y="6213"/>
                  </a:cubicBezTo>
                  <a:lnTo>
                    <a:pt x="3156" y="6820"/>
                  </a:lnTo>
                  <a:cubicBezTo>
                    <a:pt x="3100" y="6863"/>
                    <a:pt x="3032" y="6883"/>
                    <a:pt x="2964" y="6883"/>
                  </a:cubicBezTo>
                  <a:cubicBezTo>
                    <a:pt x="2861" y="6883"/>
                    <a:pt x="2756" y="6835"/>
                    <a:pt x="2692" y="6749"/>
                  </a:cubicBezTo>
                  <a:cubicBezTo>
                    <a:pt x="2573" y="6594"/>
                    <a:pt x="2620" y="6380"/>
                    <a:pt x="2775" y="6273"/>
                  </a:cubicBezTo>
                  <a:lnTo>
                    <a:pt x="3573" y="5689"/>
                  </a:lnTo>
                  <a:cubicBezTo>
                    <a:pt x="3608" y="5677"/>
                    <a:pt x="3632" y="5642"/>
                    <a:pt x="3668" y="5630"/>
                  </a:cubicBezTo>
                  <a:cubicBezTo>
                    <a:pt x="3704" y="5618"/>
                    <a:pt x="3763" y="5606"/>
                    <a:pt x="3811" y="5606"/>
                  </a:cubicBezTo>
                  <a:close/>
                  <a:moveTo>
                    <a:pt x="4415" y="6386"/>
                  </a:moveTo>
                  <a:cubicBezTo>
                    <a:pt x="4516" y="6386"/>
                    <a:pt x="4617" y="6431"/>
                    <a:pt x="4680" y="6523"/>
                  </a:cubicBezTo>
                  <a:cubicBezTo>
                    <a:pt x="4799" y="6666"/>
                    <a:pt x="4751" y="6892"/>
                    <a:pt x="4597" y="6999"/>
                  </a:cubicBezTo>
                  <a:lnTo>
                    <a:pt x="4001" y="7416"/>
                  </a:lnTo>
                  <a:cubicBezTo>
                    <a:pt x="3946" y="7462"/>
                    <a:pt x="3883" y="7479"/>
                    <a:pt x="3814" y="7479"/>
                  </a:cubicBezTo>
                  <a:cubicBezTo>
                    <a:pt x="3793" y="7479"/>
                    <a:pt x="3773" y="7478"/>
                    <a:pt x="3751" y="7475"/>
                  </a:cubicBezTo>
                  <a:cubicBezTo>
                    <a:pt x="3668" y="7463"/>
                    <a:pt x="3585" y="7416"/>
                    <a:pt x="3525" y="7344"/>
                  </a:cubicBezTo>
                  <a:cubicBezTo>
                    <a:pt x="3430" y="7189"/>
                    <a:pt x="3454" y="6987"/>
                    <a:pt x="3608" y="6880"/>
                  </a:cubicBezTo>
                  <a:lnTo>
                    <a:pt x="4180" y="6463"/>
                  </a:lnTo>
                  <a:lnTo>
                    <a:pt x="4216" y="6451"/>
                  </a:lnTo>
                  <a:cubicBezTo>
                    <a:pt x="4274" y="6407"/>
                    <a:pt x="4344" y="6386"/>
                    <a:pt x="4415" y="6386"/>
                  </a:cubicBezTo>
                  <a:close/>
                  <a:moveTo>
                    <a:pt x="2894" y="2594"/>
                  </a:moveTo>
                  <a:lnTo>
                    <a:pt x="3168" y="2760"/>
                  </a:lnTo>
                  <a:cubicBezTo>
                    <a:pt x="3193" y="2769"/>
                    <a:pt x="3212" y="2777"/>
                    <a:pt x="3234" y="2777"/>
                  </a:cubicBezTo>
                  <a:cubicBezTo>
                    <a:pt x="3243" y="2777"/>
                    <a:pt x="3253" y="2776"/>
                    <a:pt x="3263" y="2772"/>
                  </a:cubicBezTo>
                  <a:lnTo>
                    <a:pt x="3977" y="2677"/>
                  </a:lnTo>
                  <a:lnTo>
                    <a:pt x="4239" y="2784"/>
                  </a:lnTo>
                  <a:lnTo>
                    <a:pt x="4097" y="3379"/>
                  </a:lnTo>
                  <a:lnTo>
                    <a:pt x="4097" y="3415"/>
                  </a:lnTo>
                  <a:lnTo>
                    <a:pt x="4097" y="4701"/>
                  </a:lnTo>
                  <a:cubicBezTo>
                    <a:pt x="4097" y="5154"/>
                    <a:pt x="4454" y="5511"/>
                    <a:pt x="4894" y="5511"/>
                  </a:cubicBezTo>
                  <a:cubicBezTo>
                    <a:pt x="5347" y="5511"/>
                    <a:pt x="5704" y="5154"/>
                    <a:pt x="5704" y="4701"/>
                  </a:cubicBezTo>
                  <a:lnTo>
                    <a:pt x="5704" y="3439"/>
                  </a:lnTo>
                  <a:lnTo>
                    <a:pt x="5728" y="3391"/>
                  </a:lnTo>
                  <a:lnTo>
                    <a:pt x="8919" y="5118"/>
                  </a:lnTo>
                  <a:cubicBezTo>
                    <a:pt x="9061" y="5261"/>
                    <a:pt x="9121" y="5463"/>
                    <a:pt x="9038" y="5630"/>
                  </a:cubicBezTo>
                  <a:cubicBezTo>
                    <a:pt x="8973" y="5742"/>
                    <a:pt x="8860" y="5806"/>
                    <a:pt x="8742" y="5806"/>
                  </a:cubicBezTo>
                  <a:cubicBezTo>
                    <a:pt x="8685" y="5806"/>
                    <a:pt x="8627" y="5792"/>
                    <a:pt x="8573" y="5761"/>
                  </a:cubicBezTo>
                  <a:lnTo>
                    <a:pt x="6799" y="4796"/>
                  </a:lnTo>
                  <a:cubicBezTo>
                    <a:pt x="6777" y="4781"/>
                    <a:pt x="6753" y="4775"/>
                    <a:pt x="6730" y="4775"/>
                  </a:cubicBezTo>
                  <a:cubicBezTo>
                    <a:pt x="6679" y="4775"/>
                    <a:pt x="6630" y="4807"/>
                    <a:pt x="6597" y="4856"/>
                  </a:cubicBezTo>
                  <a:cubicBezTo>
                    <a:pt x="6549" y="4927"/>
                    <a:pt x="6585" y="5023"/>
                    <a:pt x="6656" y="5058"/>
                  </a:cubicBezTo>
                  <a:lnTo>
                    <a:pt x="8133" y="5868"/>
                  </a:lnTo>
                  <a:cubicBezTo>
                    <a:pt x="8288" y="5951"/>
                    <a:pt x="8347" y="6166"/>
                    <a:pt x="8264" y="6332"/>
                  </a:cubicBezTo>
                  <a:cubicBezTo>
                    <a:pt x="8198" y="6439"/>
                    <a:pt x="8080" y="6501"/>
                    <a:pt x="7959" y="6501"/>
                  </a:cubicBezTo>
                  <a:cubicBezTo>
                    <a:pt x="7905" y="6501"/>
                    <a:pt x="7851" y="6489"/>
                    <a:pt x="7799" y="6463"/>
                  </a:cubicBezTo>
                  <a:lnTo>
                    <a:pt x="6299" y="5642"/>
                  </a:lnTo>
                  <a:cubicBezTo>
                    <a:pt x="6277" y="5627"/>
                    <a:pt x="6252" y="5620"/>
                    <a:pt x="6227" y="5620"/>
                  </a:cubicBezTo>
                  <a:cubicBezTo>
                    <a:pt x="6173" y="5620"/>
                    <a:pt x="6118" y="5652"/>
                    <a:pt x="6085" y="5701"/>
                  </a:cubicBezTo>
                  <a:cubicBezTo>
                    <a:pt x="6049" y="5773"/>
                    <a:pt x="6073" y="5868"/>
                    <a:pt x="6144" y="5916"/>
                  </a:cubicBezTo>
                  <a:lnTo>
                    <a:pt x="7371" y="6570"/>
                  </a:lnTo>
                  <a:cubicBezTo>
                    <a:pt x="7537" y="6654"/>
                    <a:pt x="7597" y="6868"/>
                    <a:pt x="7502" y="7023"/>
                  </a:cubicBezTo>
                  <a:cubicBezTo>
                    <a:pt x="7444" y="7139"/>
                    <a:pt x="7322" y="7203"/>
                    <a:pt x="7197" y="7203"/>
                  </a:cubicBezTo>
                  <a:cubicBezTo>
                    <a:pt x="7143" y="7203"/>
                    <a:pt x="7088" y="7191"/>
                    <a:pt x="7037" y="7166"/>
                  </a:cubicBezTo>
                  <a:lnTo>
                    <a:pt x="5775" y="6463"/>
                  </a:lnTo>
                  <a:cubicBezTo>
                    <a:pt x="5753" y="6448"/>
                    <a:pt x="5728" y="6442"/>
                    <a:pt x="5704" y="6442"/>
                  </a:cubicBezTo>
                  <a:cubicBezTo>
                    <a:pt x="5650" y="6442"/>
                    <a:pt x="5597" y="6474"/>
                    <a:pt x="5573" y="6523"/>
                  </a:cubicBezTo>
                  <a:cubicBezTo>
                    <a:pt x="5525" y="6594"/>
                    <a:pt x="5549" y="6689"/>
                    <a:pt x="5632" y="6725"/>
                  </a:cubicBezTo>
                  <a:lnTo>
                    <a:pt x="6609" y="7261"/>
                  </a:lnTo>
                  <a:cubicBezTo>
                    <a:pt x="6775" y="7356"/>
                    <a:pt x="6835" y="7559"/>
                    <a:pt x="6740" y="7725"/>
                  </a:cubicBezTo>
                  <a:cubicBezTo>
                    <a:pt x="6683" y="7838"/>
                    <a:pt x="6567" y="7902"/>
                    <a:pt x="6450" y="7902"/>
                  </a:cubicBezTo>
                  <a:cubicBezTo>
                    <a:pt x="6394" y="7902"/>
                    <a:pt x="6337" y="7887"/>
                    <a:pt x="6287" y="7856"/>
                  </a:cubicBezTo>
                  <a:lnTo>
                    <a:pt x="5597" y="7487"/>
                  </a:lnTo>
                  <a:cubicBezTo>
                    <a:pt x="5597" y="7344"/>
                    <a:pt x="5549" y="7201"/>
                    <a:pt x="5466" y="7082"/>
                  </a:cubicBezTo>
                  <a:cubicBezTo>
                    <a:pt x="5347" y="6939"/>
                    <a:pt x="5168" y="6844"/>
                    <a:pt x="4990" y="6832"/>
                  </a:cubicBezTo>
                  <a:cubicBezTo>
                    <a:pt x="4990" y="6820"/>
                    <a:pt x="4990" y="6808"/>
                    <a:pt x="5001" y="6785"/>
                  </a:cubicBezTo>
                  <a:cubicBezTo>
                    <a:pt x="5037" y="6606"/>
                    <a:pt x="4990" y="6451"/>
                    <a:pt x="4882" y="6308"/>
                  </a:cubicBezTo>
                  <a:cubicBezTo>
                    <a:pt x="4763" y="6166"/>
                    <a:pt x="4585" y="6070"/>
                    <a:pt x="4406" y="6058"/>
                  </a:cubicBezTo>
                  <a:cubicBezTo>
                    <a:pt x="4406" y="6046"/>
                    <a:pt x="4406" y="6035"/>
                    <a:pt x="4418" y="6011"/>
                  </a:cubicBezTo>
                  <a:cubicBezTo>
                    <a:pt x="4454" y="5832"/>
                    <a:pt x="4406" y="5677"/>
                    <a:pt x="4299" y="5535"/>
                  </a:cubicBezTo>
                  <a:cubicBezTo>
                    <a:pt x="4180" y="5392"/>
                    <a:pt x="4001" y="5296"/>
                    <a:pt x="3823" y="5284"/>
                  </a:cubicBezTo>
                  <a:cubicBezTo>
                    <a:pt x="3823" y="5273"/>
                    <a:pt x="3823" y="5261"/>
                    <a:pt x="3847" y="5237"/>
                  </a:cubicBezTo>
                  <a:cubicBezTo>
                    <a:pt x="3870" y="5058"/>
                    <a:pt x="3823" y="4903"/>
                    <a:pt x="3727" y="4761"/>
                  </a:cubicBezTo>
                  <a:cubicBezTo>
                    <a:pt x="3600" y="4597"/>
                    <a:pt x="3413" y="4515"/>
                    <a:pt x="3222" y="4515"/>
                  </a:cubicBezTo>
                  <a:cubicBezTo>
                    <a:pt x="3093" y="4515"/>
                    <a:pt x="2962" y="4553"/>
                    <a:pt x="2846" y="4630"/>
                  </a:cubicBezTo>
                  <a:lnTo>
                    <a:pt x="1775" y="5404"/>
                  </a:lnTo>
                  <a:lnTo>
                    <a:pt x="1382" y="5201"/>
                  </a:lnTo>
                  <a:lnTo>
                    <a:pt x="2894" y="2594"/>
                  </a:lnTo>
                  <a:close/>
                  <a:moveTo>
                    <a:pt x="5009" y="7159"/>
                  </a:moveTo>
                  <a:cubicBezTo>
                    <a:pt x="5109" y="7159"/>
                    <a:pt x="5207" y="7205"/>
                    <a:pt x="5263" y="7297"/>
                  </a:cubicBezTo>
                  <a:cubicBezTo>
                    <a:pt x="5311" y="7356"/>
                    <a:pt x="5347" y="7451"/>
                    <a:pt x="5335" y="7535"/>
                  </a:cubicBezTo>
                  <a:cubicBezTo>
                    <a:pt x="5311" y="7630"/>
                    <a:pt x="5263" y="7701"/>
                    <a:pt x="5192" y="7761"/>
                  </a:cubicBezTo>
                  <a:lnTo>
                    <a:pt x="4835" y="8011"/>
                  </a:lnTo>
                  <a:cubicBezTo>
                    <a:pt x="4778" y="8053"/>
                    <a:pt x="4711" y="8073"/>
                    <a:pt x="4643" y="8073"/>
                  </a:cubicBezTo>
                  <a:cubicBezTo>
                    <a:pt x="4539" y="8073"/>
                    <a:pt x="4435" y="8026"/>
                    <a:pt x="4370" y="7940"/>
                  </a:cubicBezTo>
                  <a:cubicBezTo>
                    <a:pt x="4275" y="7785"/>
                    <a:pt x="4299" y="7582"/>
                    <a:pt x="4454" y="7475"/>
                  </a:cubicBezTo>
                  <a:lnTo>
                    <a:pt x="4775" y="7237"/>
                  </a:lnTo>
                  <a:lnTo>
                    <a:pt x="4811" y="7225"/>
                  </a:lnTo>
                  <a:cubicBezTo>
                    <a:pt x="4869" y="7181"/>
                    <a:pt x="4940" y="7159"/>
                    <a:pt x="5009" y="7159"/>
                  </a:cubicBezTo>
                  <a:close/>
                  <a:moveTo>
                    <a:pt x="182" y="0"/>
                  </a:moveTo>
                  <a:cubicBezTo>
                    <a:pt x="131" y="0"/>
                    <a:pt x="81" y="32"/>
                    <a:pt x="48" y="81"/>
                  </a:cubicBezTo>
                  <a:cubicBezTo>
                    <a:pt x="1" y="153"/>
                    <a:pt x="25" y="248"/>
                    <a:pt x="108" y="284"/>
                  </a:cubicBezTo>
                  <a:lnTo>
                    <a:pt x="2430" y="1629"/>
                  </a:lnTo>
                  <a:lnTo>
                    <a:pt x="418" y="5094"/>
                  </a:lnTo>
                  <a:lnTo>
                    <a:pt x="251" y="5011"/>
                  </a:lnTo>
                  <a:cubicBezTo>
                    <a:pt x="226" y="4994"/>
                    <a:pt x="200" y="4986"/>
                    <a:pt x="175" y="4986"/>
                  </a:cubicBezTo>
                  <a:cubicBezTo>
                    <a:pt x="126" y="4986"/>
                    <a:pt x="80" y="5015"/>
                    <a:pt x="48" y="5070"/>
                  </a:cubicBezTo>
                  <a:cubicBezTo>
                    <a:pt x="1" y="5142"/>
                    <a:pt x="25" y="5225"/>
                    <a:pt x="108" y="5273"/>
                  </a:cubicBezTo>
                  <a:lnTo>
                    <a:pt x="906" y="5737"/>
                  </a:lnTo>
                  <a:cubicBezTo>
                    <a:pt x="932" y="5752"/>
                    <a:pt x="958" y="5759"/>
                    <a:pt x="983" y="5759"/>
                  </a:cubicBezTo>
                  <a:cubicBezTo>
                    <a:pt x="1038" y="5759"/>
                    <a:pt x="1087" y="5726"/>
                    <a:pt x="1120" y="5677"/>
                  </a:cubicBezTo>
                  <a:lnTo>
                    <a:pt x="1239" y="5463"/>
                  </a:lnTo>
                  <a:lnTo>
                    <a:pt x="1561" y="5642"/>
                  </a:lnTo>
                  <a:cubicBezTo>
                    <a:pt x="1465" y="5856"/>
                    <a:pt x="1465" y="6106"/>
                    <a:pt x="1608" y="6320"/>
                  </a:cubicBezTo>
                  <a:cubicBezTo>
                    <a:pt x="1727" y="6499"/>
                    <a:pt x="1942" y="6582"/>
                    <a:pt x="2132" y="6582"/>
                  </a:cubicBezTo>
                  <a:cubicBezTo>
                    <a:pt x="2192" y="6582"/>
                    <a:pt x="2263" y="6570"/>
                    <a:pt x="2323" y="6558"/>
                  </a:cubicBezTo>
                  <a:cubicBezTo>
                    <a:pt x="2323" y="6689"/>
                    <a:pt x="2370" y="6820"/>
                    <a:pt x="2442" y="6928"/>
                  </a:cubicBezTo>
                  <a:cubicBezTo>
                    <a:pt x="2561" y="7094"/>
                    <a:pt x="2751" y="7178"/>
                    <a:pt x="2965" y="7178"/>
                  </a:cubicBezTo>
                  <a:cubicBezTo>
                    <a:pt x="3025" y="7178"/>
                    <a:pt x="3096" y="7166"/>
                    <a:pt x="3156" y="7154"/>
                  </a:cubicBezTo>
                  <a:cubicBezTo>
                    <a:pt x="3156" y="7285"/>
                    <a:pt x="3204" y="7404"/>
                    <a:pt x="3275" y="7523"/>
                  </a:cubicBezTo>
                  <a:cubicBezTo>
                    <a:pt x="3382" y="7654"/>
                    <a:pt x="3525" y="7749"/>
                    <a:pt x="3692" y="7773"/>
                  </a:cubicBezTo>
                  <a:cubicBezTo>
                    <a:pt x="3716" y="7773"/>
                    <a:pt x="3763" y="7785"/>
                    <a:pt x="3799" y="7785"/>
                  </a:cubicBezTo>
                  <a:cubicBezTo>
                    <a:pt x="3858" y="7785"/>
                    <a:pt x="3930" y="7773"/>
                    <a:pt x="3989" y="7761"/>
                  </a:cubicBezTo>
                  <a:cubicBezTo>
                    <a:pt x="3989" y="7892"/>
                    <a:pt x="4037" y="8011"/>
                    <a:pt x="4108" y="8130"/>
                  </a:cubicBezTo>
                  <a:cubicBezTo>
                    <a:pt x="4216" y="8261"/>
                    <a:pt x="4358" y="8356"/>
                    <a:pt x="4525" y="8380"/>
                  </a:cubicBezTo>
                  <a:cubicBezTo>
                    <a:pt x="4549" y="8380"/>
                    <a:pt x="4597" y="8404"/>
                    <a:pt x="4632" y="8404"/>
                  </a:cubicBezTo>
                  <a:cubicBezTo>
                    <a:pt x="4763" y="8404"/>
                    <a:pt x="4894" y="8356"/>
                    <a:pt x="5001" y="8285"/>
                  </a:cubicBezTo>
                  <a:lnTo>
                    <a:pt x="5359" y="8023"/>
                  </a:lnTo>
                  <a:cubicBezTo>
                    <a:pt x="5430" y="7963"/>
                    <a:pt x="5490" y="7904"/>
                    <a:pt x="5537" y="7820"/>
                  </a:cubicBezTo>
                  <a:lnTo>
                    <a:pt x="6156" y="8166"/>
                  </a:lnTo>
                  <a:cubicBezTo>
                    <a:pt x="6252" y="8201"/>
                    <a:pt x="6359" y="8237"/>
                    <a:pt x="6478" y="8237"/>
                  </a:cubicBezTo>
                  <a:cubicBezTo>
                    <a:pt x="6537" y="8237"/>
                    <a:pt x="6597" y="8225"/>
                    <a:pt x="6656" y="8201"/>
                  </a:cubicBezTo>
                  <a:cubicBezTo>
                    <a:pt x="6811" y="8166"/>
                    <a:pt x="6954" y="8047"/>
                    <a:pt x="7037" y="7892"/>
                  </a:cubicBezTo>
                  <a:cubicBezTo>
                    <a:pt x="7097" y="7773"/>
                    <a:pt x="7133" y="7642"/>
                    <a:pt x="7109" y="7523"/>
                  </a:cubicBezTo>
                  <a:cubicBezTo>
                    <a:pt x="7156" y="7523"/>
                    <a:pt x="7192" y="7535"/>
                    <a:pt x="7228" y="7535"/>
                  </a:cubicBezTo>
                  <a:cubicBezTo>
                    <a:pt x="7454" y="7535"/>
                    <a:pt x="7680" y="7416"/>
                    <a:pt x="7799" y="7213"/>
                  </a:cubicBezTo>
                  <a:cubicBezTo>
                    <a:pt x="7859" y="7094"/>
                    <a:pt x="7883" y="6951"/>
                    <a:pt x="7871" y="6832"/>
                  </a:cubicBezTo>
                  <a:cubicBezTo>
                    <a:pt x="7918" y="6832"/>
                    <a:pt x="7942" y="6856"/>
                    <a:pt x="7990" y="6856"/>
                  </a:cubicBezTo>
                  <a:cubicBezTo>
                    <a:pt x="8216" y="6856"/>
                    <a:pt x="8442" y="6737"/>
                    <a:pt x="8561" y="6523"/>
                  </a:cubicBezTo>
                  <a:cubicBezTo>
                    <a:pt x="8621" y="6404"/>
                    <a:pt x="8645" y="6273"/>
                    <a:pt x="8633" y="6154"/>
                  </a:cubicBezTo>
                  <a:cubicBezTo>
                    <a:pt x="8680" y="6154"/>
                    <a:pt x="8704" y="6166"/>
                    <a:pt x="8752" y="6166"/>
                  </a:cubicBezTo>
                  <a:cubicBezTo>
                    <a:pt x="8811" y="6166"/>
                    <a:pt x="8871" y="6154"/>
                    <a:pt x="8930" y="6142"/>
                  </a:cubicBezTo>
                  <a:cubicBezTo>
                    <a:pt x="9097" y="6094"/>
                    <a:pt x="9228" y="5975"/>
                    <a:pt x="9311" y="5820"/>
                  </a:cubicBezTo>
                  <a:cubicBezTo>
                    <a:pt x="9407" y="5677"/>
                    <a:pt x="9419" y="5499"/>
                    <a:pt x="9359" y="5332"/>
                  </a:cubicBezTo>
                  <a:cubicBezTo>
                    <a:pt x="9347" y="5284"/>
                    <a:pt x="9335" y="5261"/>
                    <a:pt x="9311" y="5213"/>
                  </a:cubicBezTo>
                  <a:lnTo>
                    <a:pt x="9585" y="5023"/>
                  </a:lnTo>
                  <a:lnTo>
                    <a:pt x="9728" y="5201"/>
                  </a:lnTo>
                  <a:cubicBezTo>
                    <a:pt x="9756" y="5236"/>
                    <a:pt x="9804" y="5254"/>
                    <a:pt x="9853" y="5254"/>
                  </a:cubicBezTo>
                  <a:cubicBezTo>
                    <a:pt x="9889" y="5254"/>
                    <a:pt x="9925" y="5245"/>
                    <a:pt x="9954" y="5225"/>
                  </a:cubicBezTo>
                  <a:lnTo>
                    <a:pt x="10371" y="4903"/>
                  </a:lnTo>
                  <a:cubicBezTo>
                    <a:pt x="10431" y="4808"/>
                    <a:pt x="10431" y="4725"/>
                    <a:pt x="10395" y="4653"/>
                  </a:cubicBezTo>
                  <a:cubicBezTo>
                    <a:pt x="10350" y="4616"/>
                    <a:pt x="10300" y="4592"/>
                    <a:pt x="10254" y="4592"/>
                  </a:cubicBezTo>
                  <a:cubicBezTo>
                    <a:pt x="10228" y="4592"/>
                    <a:pt x="10202" y="4600"/>
                    <a:pt x="10181" y="4618"/>
                  </a:cubicBezTo>
                  <a:lnTo>
                    <a:pt x="9883" y="4856"/>
                  </a:lnTo>
                  <a:lnTo>
                    <a:pt x="7454" y="1689"/>
                  </a:lnTo>
                  <a:lnTo>
                    <a:pt x="8835" y="796"/>
                  </a:lnTo>
                  <a:cubicBezTo>
                    <a:pt x="8919" y="748"/>
                    <a:pt x="8930" y="665"/>
                    <a:pt x="8883" y="582"/>
                  </a:cubicBezTo>
                  <a:cubicBezTo>
                    <a:pt x="8854" y="539"/>
                    <a:pt x="8813" y="517"/>
                    <a:pt x="8769" y="517"/>
                  </a:cubicBezTo>
                  <a:cubicBezTo>
                    <a:pt x="8740" y="517"/>
                    <a:pt x="8709" y="527"/>
                    <a:pt x="8680" y="546"/>
                  </a:cubicBezTo>
                  <a:lnTo>
                    <a:pt x="7156" y="1522"/>
                  </a:lnTo>
                  <a:cubicBezTo>
                    <a:pt x="7085" y="1570"/>
                    <a:pt x="7073" y="1677"/>
                    <a:pt x="7109" y="1748"/>
                  </a:cubicBezTo>
                  <a:lnTo>
                    <a:pt x="7395" y="2106"/>
                  </a:lnTo>
                  <a:lnTo>
                    <a:pt x="7204" y="2248"/>
                  </a:lnTo>
                  <a:lnTo>
                    <a:pt x="6418" y="1998"/>
                  </a:lnTo>
                  <a:cubicBezTo>
                    <a:pt x="6406" y="1998"/>
                    <a:pt x="6383" y="1986"/>
                    <a:pt x="6371" y="1986"/>
                  </a:cubicBezTo>
                  <a:lnTo>
                    <a:pt x="4585" y="1986"/>
                  </a:lnTo>
                  <a:cubicBezTo>
                    <a:pt x="4513" y="1986"/>
                    <a:pt x="4454" y="2034"/>
                    <a:pt x="4442" y="2106"/>
                  </a:cubicBezTo>
                  <a:lnTo>
                    <a:pt x="4335" y="2510"/>
                  </a:lnTo>
                  <a:lnTo>
                    <a:pt x="4073" y="2403"/>
                  </a:lnTo>
                  <a:cubicBezTo>
                    <a:pt x="4049" y="2391"/>
                    <a:pt x="4037" y="2391"/>
                    <a:pt x="4001" y="2391"/>
                  </a:cubicBezTo>
                  <a:lnTo>
                    <a:pt x="3287" y="2475"/>
                  </a:lnTo>
                  <a:lnTo>
                    <a:pt x="3049" y="2344"/>
                  </a:lnTo>
                  <a:lnTo>
                    <a:pt x="3275" y="1939"/>
                  </a:lnTo>
                  <a:cubicBezTo>
                    <a:pt x="3323" y="1867"/>
                    <a:pt x="3287" y="1772"/>
                    <a:pt x="3215" y="1736"/>
                  </a:cubicBezTo>
                  <a:lnTo>
                    <a:pt x="251" y="22"/>
                  </a:lnTo>
                  <a:cubicBezTo>
                    <a:pt x="228" y="7"/>
                    <a:pt x="205" y="0"/>
                    <a:pt x="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26"/>
            <p:cNvSpPr/>
            <p:nvPr/>
          </p:nvSpPr>
          <p:spPr>
            <a:xfrm>
              <a:off x="6965173" y="2009304"/>
              <a:ext cx="38670" cy="27181"/>
            </a:xfrm>
            <a:custGeom>
              <a:avLst/>
              <a:gdLst/>
              <a:ahLst/>
              <a:cxnLst/>
              <a:rect l="l" t="t" r="r" b="b"/>
              <a:pathLst>
                <a:path w="1215" h="854" extrusionOk="0">
                  <a:moveTo>
                    <a:pt x="1023" y="1"/>
                  </a:moveTo>
                  <a:cubicBezTo>
                    <a:pt x="995" y="1"/>
                    <a:pt x="966" y="8"/>
                    <a:pt x="941" y="20"/>
                  </a:cubicBezTo>
                  <a:lnTo>
                    <a:pt x="95" y="580"/>
                  </a:lnTo>
                  <a:cubicBezTo>
                    <a:pt x="12" y="616"/>
                    <a:pt x="0" y="711"/>
                    <a:pt x="48" y="782"/>
                  </a:cubicBezTo>
                  <a:cubicBezTo>
                    <a:pt x="83" y="830"/>
                    <a:pt x="119" y="854"/>
                    <a:pt x="179" y="854"/>
                  </a:cubicBezTo>
                  <a:cubicBezTo>
                    <a:pt x="214" y="854"/>
                    <a:pt x="238" y="842"/>
                    <a:pt x="274" y="830"/>
                  </a:cubicBezTo>
                  <a:lnTo>
                    <a:pt x="1119" y="282"/>
                  </a:lnTo>
                  <a:cubicBezTo>
                    <a:pt x="1179" y="235"/>
                    <a:pt x="1214" y="140"/>
                    <a:pt x="1155" y="68"/>
                  </a:cubicBezTo>
                  <a:cubicBezTo>
                    <a:pt x="1124" y="22"/>
                    <a:pt x="1074" y="1"/>
                    <a:pt x="1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2" name="Google Shape;2552;p26"/>
          <p:cNvGrpSpPr/>
          <p:nvPr/>
        </p:nvGrpSpPr>
        <p:grpSpPr>
          <a:xfrm>
            <a:off x="4999570" y="1760331"/>
            <a:ext cx="332757" cy="332343"/>
            <a:chOff x="2656907" y="2439293"/>
            <a:chExt cx="332757" cy="332343"/>
          </a:xfrm>
        </p:grpSpPr>
        <p:sp>
          <p:nvSpPr>
            <p:cNvPr id="2553" name="Google Shape;2553;p26"/>
            <p:cNvSpPr/>
            <p:nvPr/>
          </p:nvSpPr>
          <p:spPr>
            <a:xfrm>
              <a:off x="2868751" y="2547666"/>
              <a:ext cx="53088" cy="53088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20" y="334"/>
                    <a:pt x="1346" y="548"/>
                    <a:pt x="1346" y="834"/>
                  </a:cubicBezTo>
                  <a:cubicBezTo>
                    <a:pt x="1346" y="1120"/>
                    <a:pt x="1120" y="1334"/>
                    <a:pt x="834" y="1334"/>
                  </a:cubicBezTo>
                  <a:cubicBezTo>
                    <a:pt x="560" y="1334"/>
                    <a:pt x="334" y="1120"/>
                    <a:pt x="334" y="834"/>
                  </a:cubicBezTo>
                  <a:cubicBezTo>
                    <a:pt x="334" y="548"/>
                    <a:pt x="572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81" y="0"/>
                    <a:pt x="0" y="370"/>
                    <a:pt x="0" y="834"/>
                  </a:cubicBezTo>
                  <a:cubicBezTo>
                    <a:pt x="0" y="1298"/>
                    <a:pt x="381" y="1667"/>
                    <a:pt x="834" y="1667"/>
                  </a:cubicBezTo>
                  <a:cubicBezTo>
                    <a:pt x="1298" y="1667"/>
                    <a:pt x="1667" y="1298"/>
                    <a:pt x="1667" y="834"/>
                  </a:cubicBezTo>
                  <a:cubicBezTo>
                    <a:pt x="1667" y="370"/>
                    <a:pt x="1298" y="0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26"/>
            <p:cNvSpPr/>
            <p:nvPr/>
          </p:nvSpPr>
          <p:spPr>
            <a:xfrm>
              <a:off x="2870661" y="2611703"/>
              <a:ext cx="68970" cy="49301"/>
            </a:xfrm>
            <a:custGeom>
              <a:avLst/>
              <a:gdLst/>
              <a:ahLst/>
              <a:cxnLst/>
              <a:rect l="l" t="t" r="r" b="b"/>
              <a:pathLst>
                <a:path w="2167" h="1549" extrusionOk="0">
                  <a:moveTo>
                    <a:pt x="774" y="1"/>
                  </a:moveTo>
                  <a:cubicBezTo>
                    <a:pt x="560" y="1"/>
                    <a:pt x="333" y="60"/>
                    <a:pt x="119" y="167"/>
                  </a:cubicBezTo>
                  <a:cubicBezTo>
                    <a:pt x="48" y="203"/>
                    <a:pt x="0" y="310"/>
                    <a:pt x="48" y="382"/>
                  </a:cubicBezTo>
                  <a:cubicBezTo>
                    <a:pt x="83" y="443"/>
                    <a:pt x="150" y="479"/>
                    <a:pt x="212" y="479"/>
                  </a:cubicBezTo>
                  <a:cubicBezTo>
                    <a:pt x="234" y="479"/>
                    <a:pt x="255" y="474"/>
                    <a:pt x="274" y="465"/>
                  </a:cubicBezTo>
                  <a:cubicBezTo>
                    <a:pt x="417" y="382"/>
                    <a:pt x="595" y="346"/>
                    <a:pt x="762" y="346"/>
                  </a:cubicBezTo>
                  <a:cubicBezTo>
                    <a:pt x="1286" y="346"/>
                    <a:pt x="1715" y="727"/>
                    <a:pt x="1786" y="1215"/>
                  </a:cubicBezTo>
                  <a:lnTo>
                    <a:pt x="762" y="1215"/>
                  </a:lnTo>
                  <a:cubicBezTo>
                    <a:pt x="679" y="1215"/>
                    <a:pt x="595" y="1298"/>
                    <a:pt x="595" y="1382"/>
                  </a:cubicBezTo>
                  <a:cubicBezTo>
                    <a:pt x="595" y="1477"/>
                    <a:pt x="679" y="1548"/>
                    <a:pt x="762" y="1548"/>
                  </a:cubicBezTo>
                  <a:lnTo>
                    <a:pt x="1988" y="1548"/>
                  </a:lnTo>
                  <a:cubicBezTo>
                    <a:pt x="2072" y="1548"/>
                    <a:pt x="2143" y="1477"/>
                    <a:pt x="2143" y="1382"/>
                  </a:cubicBezTo>
                  <a:cubicBezTo>
                    <a:pt x="2167" y="608"/>
                    <a:pt x="1536" y="1"/>
                    <a:pt x="7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26"/>
            <p:cNvSpPr/>
            <p:nvPr/>
          </p:nvSpPr>
          <p:spPr>
            <a:xfrm>
              <a:off x="2705794" y="2611321"/>
              <a:ext cx="68620" cy="49301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1394" y="1"/>
                  </a:moveTo>
                  <a:cubicBezTo>
                    <a:pt x="632" y="1"/>
                    <a:pt x="1" y="620"/>
                    <a:pt x="1" y="1382"/>
                  </a:cubicBezTo>
                  <a:cubicBezTo>
                    <a:pt x="1" y="1465"/>
                    <a:pt x="84" y="1548"/>
                    <a:pt x="167" y="1548"/>
                  </a:cubicBezTo>
                  <a:lnTo>
                    <a:pt x="1406" y="1548"/>
                  </a:lnTo>
                  <a:cubicBezTo>
                    <a:pt x="1489" y="1548"/>
                    <a:pt x="1572" y="1465"/>
                    <a:pt x="1572" y="1382"/>
                  </a:cubicBezTo>
                  <a:cubicBezTo>
                    <a:pt x="1572" y="1287"/>
                    <a:pt x="1501" y="1215"/>
                    <a:pt x="1418" y="1215"/>
                  </a:cubicBezTo>
                  <a:lnTo>
                    <a:pt x="382" y="1215"/>
                  </a:lnTo>
                  <a:cubicBezTo>
                    <a:pt x="453" y="727"/>
                    <a:pt x="882" y="334"/>
                    <a:pt x="1406" y="334"/>
                  </a:cubicBezTo>
                  <a:cubicBezTo>
                    <a:pt x="1584" y="334"/>
                    <a:pt x="1751" y="382"/>
                    <a:pt x="1894" y="453"/>
                  </a:cubicBezTo>
                  <a:cubicBezTo>
                    <a:pt x="1918" y="469"/>
                    <a:pt x="1945" y="477"/>
                    <a:pt x="1974" y="477"/>
                  </a:cubicBezTo>
                  <a:cubicBezTo>
                    <a:pt x="2030" y="477"/>
                    <a:pt x="2088" y="445"/>
                    <a:pt x="2120" y="382"/>
                  </a:cubicBezTo>
                  <a:cubicBezTo>
                    <a:pt x="2156" y="310"/>
                    <a:pt x="2132" y="203"/>
                    <a:pt x="2049" y="155"/>
                  </a:cubicBezTo>
                  <a:cubicBezTo>
                    <a:pt x="1846" y="60"/>
                    <a:pt x="1632" y="1"/>
                    <a:pt x="1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26"/>
            <p:cNvSpPr/>
            <p:nvPr/>
          </p:nvSpPr>
          <p:spPr>
            <a:xfrm>
              <a:off x="2724000" y="2547666"/>
              <a:ext cx="53088" cy="53088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19" y="334"/>
                    <a:pt x="1334" y="548"/>
                    <a:pt x="1334" y="834"/>
                  </a:cubicBezTo>
                  <a:cubicBezTo>
                    <a:pt x="1334" y="1120"/>
                    <a:pt x="1119" y="1334"/>
                    <a:pt x="834" y="1334"/>
                  </a:cubicBezTo>
                  <a:cubicBezTo>
                    <a:pt x="548" y="1334"/>
                    <a:pt x="322" y="1120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69" y="0"/>
                    <a:pt x="0" y="370"/>
                    <a:pt x="0" y="834"/>
                  </a:cubicBezTo>
                  <a:cubicBezTo>
                    <a:pt x="0" y="1298"/>
                    <a:pt x="369" y="1667"/>
                    <a:pt x="834" y="1667"/>
                  </a:cubicBezTo>
                  <a:cubicBezTo>
                    <a:pt x="1298" y="1667"/>
                    <a:pt x="1667" y="1298"/>
                    <a:pt x="1667" y="834"/>
                  </a:cubicBezTo>
                  <a:cubicBezTo>
                    <a:pt x="1667" y="370"/>
                    <a:pt x="1298" y="0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26"/>
            <p:cNvSpPr/>
            <p:nvPr/>
          </p:nvSpPr>
          <p:spPr>
            <a:xfrm>
              <a:off x="2788800" y="2534394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34"/>
                  </a:moveTo>
                  <a:cubicBezTo>
                    <a:pt x="1489" y="334"/>
                    <a:pt x="1822" y="656"/>
                    <a:pt x="1822" y="1072"/>
                  </a:cubicBezTo>
                  <a:cubicBezTo>
                    <a:pt x="1822" y="1489"/>
                    <a:pt x="1489" y="1822"/>
                    <a:pt x="1072" y="1822"/>
                  </a:cubicBezTo>
                  <a:cubicBezTo>
                    <a:pt x="655" y="1822"/>
                    <a:pt x="334" y="1489"/>
                    <a:pt x="334" y="1072"/>
                  </a:cubicBezTo>
                  <a:cubicBezTo>
                    <a:pt x="334" y="656"/>
                    <a:pt x="667" y="334"/>
                    <a:pt x="1072" y="334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3" y="1668"/>
                    <a:pt x="2143" y="1072"/>
                  </a:cubicBezTo>
                  <a:cubicBezTo>
                    <a:pt x="2143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26"/>
            <p:cNvSpPr/>
            <p:nvPr/>
          </p:nvSpPr>
          <p:spPr>
            <a:xfrm>
              <a:off x="2764930" y="2613613"/>
              <a:ext cx="115979" cy="62923"/>
            </a:xfrm>
            <a:custGeom>
              <a:avLst/>
              <a:gdLst/>
              <a:ahLst/>
              <a:cxnLst/>
              <a:rect l="l" t="t" r="r" b="b"/>
              <a:pathLst>
                <a:path w="3644" h="1977" extrusionOk="0">
                  <a:moveTo>
                    <a:pt x="1822" y="345"/>
                  </a:moveTo>
                  <a:cubicBezTo>
                    <a:pt x="2584" y="345"/>
                    <a:pt x="3203" y="917"/>
                    <a:pt x="3298" y="1655"/>
                  </a:cubicBezTo>
                  <a:lnTo>
                    <a:pt x="345" y="1655"/>
                  </a:lnTo>
                  <a:cubicBezTo>
                    <a:pt x="441" y="905"/>
                    <a:pt x="1060" y="345"/>
                    <a:pt x="1822" y="345"/>
                  </a:cubicBezTo>
                  <a:close/>
                  <a:moveTo>
                    <a:pt x="1822" y="0"/>
                  </a:moveTo>
                  <a:cubicBezTo>
                    <a:pt x="822" y="0"/>
                    <a:pt x="0" y="822"/>
                    <a:pt x="0" y="1810"/>
                  </a:cubicBezTo>
                  <a:cubicBezTo>
                    <a:pt x="0" y="1905"/>
                    <a:pt x="84" y="1977"/>
                    <a:pt x="167" y="1977"/>
                  </a:cubicBezTo>
                  <a:lnTo>
                    <a:pt x="3477" y="1977"/>
                  </a:lnTo>
                  <a:cubicBezTo>
                    <a:pt x="3560" y="1977"/>
                    <a:pt x="3643" y="1905"/>
                    <a:pt x="3643" y="1810"/>
                  </a:cubicBezTo>
                  <a:cubicBezTo>
                    <a:pt x="3643" y="798"/>
                    <a:pt x="2822" y="0"/>
                    <a:pt x="1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26"/>
            <p:cNvSpPr/>
            <p:nvPr/>
          </p:nvSpPr>
          <p:spPr>
            <a:xfrm>
              <a:off x="2656907" y="2439293"/>
              <a:ext cx="332757" cy="332343"/>
            </a:xfrm>
            <a:custGeom>
              <a:avLst/>
              <a:gdLst/>
              <a:ahLst/>
              <a:cxnLst/>
              <a:rect l="l" t="t" r="r" b="b"/>
              <a:pathLst>
                <a:path w="10455" h="10442" extrusionOk="0">
                  <a:moveTo>
                    <a:pt x="5383" y="893"/>
                  </a:moveTo>
                  <a:cubicBezTo>
                    <a:pt x="7645" y="977"/>
                    <a:pt x="9454" y="2798"/>
                    <a:pt x="9550" y="5060"/>
                  </a:cubicBezTo>
                  <a:lnTo>
                    <a:pt x="9145" y="5060"/>
                  </a:lnTo>
                  <a:cubicBezTo>
                    <a:pt x="9050" y="5060"/>
                    <a:pt x="8978" y="5132"/>
                    <a:pt x="8978" y="5227"/>
                  </a:cubicBezTo>
                  <a:cubicBezTo>
                    <a:pt x="8978" y="5310"/>
                    <a:pt x="9050" y="5382"/>
                    <a:pt x="9145" y="5382"/>
                  </a:cubicBezTo>
                  <a:lnTo>
                    <a:pt x="9550" y="5382"/>
                  </a:lnTo>
                  <a:cubicBezTo>
                    <a:pt x="9454" y="7644"/>
                    <a:pt x="7645" y="9466"/>
                    <a:pt x="5383" y="9549"/>
                  </a:cubicBezTo>
                  <a:lnTo>
                    <a:pt x="5383" y="9156"/>
                  </a:lnTo>
                  <a:cubicBezTo>
                    <a:pt x="5383" y="9061"/>
                    <a:pt x="5311" y="8989"/>
                    <a:pt x="5216" y="8989"/>
                  </a:cubicBezTo>
                  <a:cubicBezTo>
                    <a:pt x="5121" y="8989"/>
                    <a:pt x="5049" y="9061"/>
                    <a:pt x="5049" y="9156"/>
                  </a:cubicBezTo>
                  <a:lnTo>
                    <a:pt x="5049" y="9549"/>
                  </a:lnTo>
                  <a:cubicBezTo>
                    <a:pt x="2787" y="9466"/>
                    <a:pt x="977" y="7644"/>
                    <a:pt x="882" y="5382"/>
                  </a:cubicBezTo>
                  <a:lnTo>
                    <a:pt x="1287" y="5382"/>
                  </a:lnTo>
                  <a:cubicBezTo>
                    <a:pt x="1382" y="5382"/>
                    <a:pt x="1453" y="5310"/>
                    <a:pt x="1453" y="5227"/>
                  </a:cubicBezTo>
                  <a:cubicBezTo>
                    <a:pt x="1453" y="5132"/>
                    <a:pt x="1382" y="5060"/>
                    <a:pt x="1287" y="5060"/>
                  </a:cubicBezTo>
                  <a:lnTo>
                    <a:pt x="882" y="5060"/>
                  </a:lnTo>
                  <a:cubicBezTo>
                    <a:pt x="977" y="2798"/>
                    <a:pt x="2787" y="977"/>
                    <a:pt x="5049" y="893"/>
                  </a:cubicBezTo>
                  <a:lnTo>
                    <a:pt x="5049" y="1286"/>
                  </a:lnTo>
                  <a:cubicBezTo>
                    <a:pt x="5049" y="1381"/>
                    <a:pt x="5121" y="1453"/>
                    <a:pt x="5216" y="1453"/>
                  </a:cubicBezTo>
                  <a:cubicBezTo>
                    <a:pt x="5311" y="1453"/>
                    <a:pt x="5383" y="1381"/>
                    <a:pt x="5383" y="1286"/>
                  </a:cubicBezTo>
                  <a:lnTo>
                    <a:pt x="5383" y="893"/>
                  </a:lnTo>
                  <a:close/>
                  <a:moveTo>
                    <a:pt x="5228" y="0"/>
                  </a:moveTo>
                  <a:cubicBezTo>
                    <a:pt x="5144" y="0"/>
                    <a:pt x="5061" y="72"/>
                    <a:pt x="5061" y="167"/>
                  </a:cubicBezTo>
                  <a:lnTo>
                    <a:pt x="5061" y="560"/>
                  </a:lnTo>
                  <a:cubicBezTo>
                    <a:pt x="2620" y="655"/>
                    <a:pt x="656" y="2620"/>
                    <a:pt x="572" y="5060"/>
                  </a:cubicBezTo>
                  <a:lnTo>
                    <a:pt x="168" y="5060"/>
                  </a:lnTo>
                  <a:cubicBezTo>
                    <a:pt x="84" y="5060"/>
                    <a:pt x="1" y="5132"/>
                    <a:pt x="1" y="5227"/>
                  </a:cubicBezTo>
                  <a:cubicBezTo>
                    <a:pt x="1" y="5310"/>
                    <a:pt x="84" y="5382"/>
                    <a:pt x="168" y="5382"/>
                  </a:cubicBezTo>
                  <a:lnTo>
                    <a:pt x="572" y="5382"/>
                  </a:lnTo>
                  <a:cubicBezTo>
                    <a:pt x="656" y="7823"/>
                    <a:pt x="2620" y="9787"/>
                    <a:pt x="5061" y="9882"/>
                  </a:cubicBezTo>
                  <a:lnTo>
                    <a:pt x="5061" y="10287"/>
                  </a:lnTo>
                  <a:cubicBezTo>
                    <a:pt x="5061" y="10371"/>
                    <a:pt x="5144" y="10442"/>
                    <a:pt x="5228" y="10442"/>
                  </a:cubicBezTo>
                  <a:cubicBezTo>
                    <a:pt x="5323" y="10442"/>
                    <a:pt x="5394" y="10371"/>
                    <a:pt x="5394" y="10287"/>
                  </a:cubicBezTo>
                  <a:lnTo>
                    <a:pt x="5394" y="9882"/>
                  </a:lnTo>
                  <a:cubicBezTo>
                    <a:pt x="7835" y="9787"/>
                    <a:pt x="9800" y="7823"/>
                    <a:pt x="9883" y="5382"/>
                  </a:cubicBezTo>
                  <a:lnTo>
                    <a:pt x="10288" y="5382"/>
                  </a:lnTo>
                  <a:cubicBezTo>
                    <a:pt x="10383" y="5382"/>
                    <a:pt x="10455" y="5310"/>
                    <a:pt x="10455" y="5227"/>
                  </a:cubicBezTo>
                  <a:cubicBezTo>
                    <a:pt x="10455" y="5132"/>
                    <a:pt x="10383" y="5060"/>
                    <a:pt x="10288" y="5060"/>
                  </a:cubicBezTo>
                  <a:lnTo>
                    <a:pt x="9883" y="5060"/>
                  </a:lnTo>
                  <a:cubicBezTo>
                    <a:pt x="9800" y="2620"/>
                    <a:pt x="7835" y="655"/>
                    <a:pt x="5394" y="560"/>
                  </a:cubicBezTo>
                  <a:lnTo>
                    <a:pt x="5394" y="167"/>
                  </a:lnTo>
                  <a:cubicBezTo>
                    <a:pt x="5394" y="72"/>
                    <a:pt x="5323" y="0"/>
                    <a:pt x="52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2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Strong </a:t>
            </a:r>
            <a:r>
              <a:rPr lang="en" b="1"/>
              <a:t>business case</a:t>
            </a:r>
            <a:endParaRPr b="1"/>
          </a:p>
        </p:txBody>
      </p:sp>
      <p:sp>
        <p:nvSpPr>
          <p:cNvPr id="2565" name="Google Shape;2565;p27"/>
          <p:cNvSpPr/>
          <p:nvPr/>
        </p:nvSpPr>
        <p:spPr>
          <a:xfrm>
            <a:off x="2562225" y="1316475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$4M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66" name="Google Shape;2566;p27"/>
          <p:cNvSpPr/>
          <p:nvPr/>
        </p:nvSpPr>
        <p:spPr>
          <a:xfrm>
            <a:off x="5134025" y="1317250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$14M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67" name="Google Shape;2567;p27"/>
          <p:cNvSpPr/>
          <p:nvPr/>
        </p:nvSpPr>
        <p:spPr>
          <a:xfrm>
            <a:off x="7725900" y="1317250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$8M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68" name="Google Shape;2568;p27"/>
          <p:cNvSpPr/>
          <p:nvPr/>
        </p:nvSpPr>
        <p:spPr>
          <a:xfrm>
            <a:off x="709150" y="1317250"/>
            <a:ext cx="1856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Project cost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69" name="Google Shape;2569;p27"/>
          <p:cNvSpPr/>
          <p:nvPr/>
        </p:nvSpPr>
        <p:spPr>
          <a:xfrm>
            <a:off x="3276025" y="1316475"/>
            <a:ext cx="1856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Tangible benefits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70" name="Google Shape;2570;p27"/>
          <p:cNvSpPr/>
          <p:nvPr/>
        </p:nvSpPr>
        <p:spPr>
          <a:xfrm>
            <a:off x="5842900" y="1319125"/>
            <a:ext cx="18831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Net present value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71" name="Google Shape;2571;p27"/>
          <p:cNvSpPr/>
          <p:nvPr/>
        </p:nvSpPr>
        <p:spPr>
          <a:xfrm>
            <a:off x="4668501" y="1776513"/>
            <a:ext cx="37662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Change impact</a:t>
            </a:r>
            <a:endParaRPr sz="16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72" name="Google Shape;2572;p27"/>
          <p:cNvSpPr/>
          <p:nvPr/>
        </p:nvSpPr>
        <p:spPr>
          <a:xfrm>
            <a:off x="5930988" y="4060625"/>
            <a:ext cx="2501700" cy="49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Sponsor Name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73" name="Google Shape;2573;p27"/>
          <p:cNvSpPr/>
          <p:nvPr/>
        </p:nvSpPr>
        <p:spPr>
          <a:xfrm>
            <a:off x="5931013" y="3559975"/>
            <a:ext cx="2501700" cy="49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Project manager name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74" name="Google Shape;2574;p27"/>
          <p:cNvSpPr/>
          <p:nvPr/>
        </p:nvSpPr>
        <p:spPr>
          <a:xfrm>
            <a:off x="4670438" y="4059525"/>
            <a:ext cx="1254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Sponsor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75" name="Google Shape;2575;p27"/>
          <p:cNvSpPr/>
          <p:nvPr/>
        </p:nvSpPr>
        <p:spPr>
          <a:xfrm>
            <a:off x="4670438" y="3562975"/>
            <a:ext cx="1254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Manager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76" name="Google Shape;2576;p27"/>
          <p:cNvSpPr/>
          <p:nvPr/>
        </p:nvSpPr>
        <p:spPr>
          <a:xfrm>
            <a:off x="4667250" y="2294150"/>
            <a:ext cx="1254300" cy="49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Low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77" name="Google Shape;2577;p27"/>
          <p:cNvSpPr/>
          <p:nvPr/>
        </p:nvSpPr>
        <p:spPr>
          <a:xfrm>
            <a:off x="5927550" y="2295100"/>
            <a:ext cx="1254300" cy="49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Medium</a:t>
            </a:r>
            <a:endParaRPr sz="1400" b="0" i="0" u="none" strike="noStrike" cap="none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78" name="Google Shape;2578;p27"/>
          <p:cNvSpPr/>
          <p:nvPr/>
        </p:nvSpPr>
        <p:spPr>
          <a:xfrm>
            <a:off x="7180600" y="2295100"/>
            <a:ext cx="1254300" cy="49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High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79" name="Google Shape;2579;p27"/>
          <p:cNvSpPr/>
          <p:nvPr/>
        </p:nvSpPr>
        <p:spPr>
          <a:xfrm>
            <a:off x="709238" y="1776513"/>
            <a:ext cx="3963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Cash flow ($ million)</a:t>
            </a:r>
            <a:endParaRPr sz="16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80" name="Google Shape;2580;p27"/>
          <p:cNvSpPr/>
          <p:nvPr/>
        </p:nvSpPr>
        <p:spPr>
          <a:xfrm>
            <a:off x="3525500" y="3701363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$38M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81" name="Google Shape;2581;p27"/>
          <p:cNvSpPr/>
          <p:nvPr/>
        </p:nvSpPr>
        <p:spPr>
          <a:xfrm>
            <a:off x="2617642" y="3701363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$26M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82" name="Google Shape;2582;p27"/>
          <p:cNvSpPr/>
          <p:nvPr/>
        </p:nvSpPr>
        <p:spPr>
          <a:xfrm>
            <a:off x="1709783" y="3701363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$12M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83" name="Google Shape;2583;p27"/>
          <p:cNvSpPr/>
          <p:nvPr/>
        </p:nvSpPr>
        <p:spPr>
          <a:xfrm>
            <a:off x="801925" y="3701363"/>
            <a:ext cx="708900" cy="362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$24M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84" name="Google Shape;2584;p27"/>
          <p:cNvSpPr txBox="1"/>
          <p:nvPr/>
        </p:nvSpPr>
        <p:spPr>
          <a:xfrm>
            <a:off x="713225" y="4185275"/>
            <a:ext cx="37662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Follow the link in the graph to modify its data and then paste the new one here. </a:t>
            </a:r>
            <a:r>
              <a:rPr lang="en" sz="1000" b="1" i="0" u="none" strike="noStrike" cap="none">
                <a:solidFill>
                  <a:schemeClr val="lt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0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85" name="Google Shape;2585;p27" title="Chart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l="10218" r="4841"/>
          <a:stretch/>
        </p:blipFill>
        <p:spPr>
          <a:xfrm>
            <a:off x="713225" y="2087688"/>
            <a:ext cx="3609900" cy="1568067"/>
          </a:xfrm>
          <a:prstGeom prst="rect">
            <a:avLst/>
          </a:prstGeom>
          <a:noFill/>
          <a:ln>
            <a:noFill/>
          </a:ln>
        </p:spPr>
      </p:pic>
      <p:sp>
        <p:nvSpPr>
          <p:cNvPr id="2586" name="Google Shape;2586;p27"/>
          <p:cNvSpPr txBox="1"/>
          <p:nvPr/>
        </p:nvSpPr>
        <p:spPr>
          <a:xfrm>
            <a:off x="4671600" y="2899538"/>
            <a:ext cx="37662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Despite being red, Mars is actually a cold place.  It’s full of iron oxide dust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1" name="Google Shape;2591;p28" title="Char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4275" y="1248775"/>
            <a:ext cx="3736500" cy="2310377"/>
          </a:xfrm>
          <a:prstGeom prst="rect">
            <a:avLst/>
          </a:prstGeom>
          <a:noFill/>
          <a:ln>
            <a:noFill/>
          </a:ln>
        </p:spPr>
      </p:pic>
      <p:sp>
        <p:nvSpPr>
          <p:cNvPr id="2592" name="Google Shape;2592;p28"/>
          <p:cNvSpPr txBox="1"/>
          <p:nvPr/>
        </p:nvSpPr>
        <p:spPr>
          <a:xfrm>
            <a:off x="713225" y="1264775"/>
            <a:ext cx="1539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Jupiter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93" name="Google Shape;2593;p28"/>
          <p:cNvSpPr txBox="1"/>
          <p:nvPr/>
        </p:nvSpPr>
        <p:spPr>
          <a:xfrm>
            <a:off x="2394291" y="1264775"/>
            <a:ext cx="1539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Mars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94" name="Google Shape;2594;p2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Financial </a:t>
            </a:r>
            <a:r>
              <a:rPr lang="en" b="1"/>
              <a:t>model</a:t>
            </a:r>
            <a:endParaRPr b="1"/>
          </a:p>
        </p:txBody>
      </p:sp>
      <p:sp>
        <p:nvSpPr>
          <p:cNvPr id="2595" name="Google Shape;2595;p28"/>
          <p:cNvSpPr txBox="1"/>
          <p:nvPr/>
        </p:nvSpPr>
        <p:spPr>
          <a:xfrm>
            <a:off x="4696700" y="4098488"/>
            <a:ext cx="36420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Follow the link in the graph to modify its data and then paste the new one here. </a:t>
            </a:r>
            <a:r>
              <a:rPr lang="en" sz="1000" b="0" i="0" u="none" strike="noStrike" cap="none">
                <a:solidFill>
                  <a:schemeClr val="lt1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96" name="Google Shape;2596;p28"/>
          <p:cNvSpPr txBox="1"/>
          <p:nvPr/>
        </p:nvSpPr>
        <p:spPr>
          <a:xfrm>
            <a:off x="5141775" y="3640325"/>
            <a:ext cx="993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Mars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597" name="Google Shape;2597;p28"/>
          <p:cNvSpPr/>
          <p:nvPr/>
        </p:nvSpPr>
        <p:spPr>
          <a:xfrm>
            <a:off x="4800609" y="3677675"/>
            <a:ext cx="277800" cy="246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28"/>
          <p:cNvSpPr/>
          <p:nvPr/>
        </p:nvSpPr>
        <p:spPr>
          <a:xfrm>
            <a:off x="2492050" y="2583125"/>
            <a:ext cx="1278900" cy="127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p28"/>
          <p:cNvSpPr/>
          <p:nvPr/>
        </p:nvSpPr>
        <p:spPr>
          <a:xfrm>
            <a:off x="2492050" y="2583125"/>
            <a:ext cx="1278900" cy="1278900"/>
          </a:xfrm>
          <a:prstGeom prst="pie">
            <a:avLst>
              <a:gd name="adj1" fmla="val 2892282"/>
              <a:gd name="adj2" fmla="val 1620012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28"/>
          <p:cNvSpPr txBox="1"/>
          <p:nvPr/>
        </p:nvSpPr>
        <p:spPr>
          <a:xfrm>
            <a:off x="2779138" y="4000288"/>
            <a:ext cx="704700" cy="423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40%</a:t>
            </a:r>
            <a:endParaRPr sz="20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01" name="Google Shape;2601;p28"/>
          <p:cNvSpPr txBox="1"/>
          <p:nvPr/>
        </p:nvSpPr>
        <p:spPr>
          <a:xfrm>
            <a:off x="713225" y="1775100"/>
            <a:ext cx="1539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Jupiter is the biggest planet 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02" name="Google Shape;2602;p28"/>
          <p:cNvSpPr txBox="1"/>
          <p:nvPr/>
        </p:nvSpPr>
        <p:spPr>
          <a:xfrm>
            <a:off x="2394292" y="1775100"/>
            <a:ext cx="1539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Despite being red, Mars is cold place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03" name="Google Shape;2603;p28"/>
          <p:cNvSpPr txBox="1"/>
          <p:nvPr/>
        </p:nvSpPr>
        <p:spPr>
          <a:xfrm>
            <a:off x="1000325" y="4000300"/>
            <a:ext cx="704700" cy="42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60%</a:t>
            </a:r>
            <a:endParaRPr sz="20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04" name="Google Shape;2604;p28"/>
          <p:cNvSpPr/>
          <p:nvPr/>
        </p:nvSpPr>
        <p:spPr>
          <a:xfrm>
            <a:off x="713225" y="2583125"/>
            <a:ext cx="1278900" cy="1278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28"/>
          <p:cNvSpPr/>
          <p:nvPr/>
        </p:nvSpPr>
        <p:spPr>
          <a:xfrm>
            <a:off x="713225" y="2583125"/>
            <a:ext cx="1278900" cy="1278900"/>
          </a:xfrm>
          <a:prstGeom prst="pie">
            <a:avLst>
              <a:gd name="adj1" fmla="val 7998936"/>
              <a:gd name="adj2" fmla="val 1620012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9"/>
          <p:cNvSpPr/>
          <p:nvPr/>
        </p:nvSpPr>
        <p:spPr>
          <a:xfrm>
            <a:off x="5918875" y="2594575"/>
            <a:ext cx="2513400" cy="619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Review supplier cost to save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$1 million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11" name="Google Shape;2611;p29"/>
          <p:cNvSpPr txBox="1"/>
          <p:nvPr/>
        </p:nvSpPr>
        <p:spPr>
          <a:xfrm>
            <a:off x="704175" y="3274000"/>
            <a:ext cx="2513400" cy="13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Evaluate cost and service level of potential partners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Select non-core functions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Choose one partner for each function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12" name="Google Shape;2612;p2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Answers and </a:t>
            </a:r>
            <a:r>
              <a:rPr lang="en" b="1"/>
              <a:t>supporting arguments</a:t>
            </a:r>
            <a:endParaRPr b="1"/>
          </a:p>
        </p:txBody>
      </p:sp>
      <p:sp>
        <p:nvSpPr>
          <p:cNvPr id="2613" name="Google Shape;2613;p29"/>
          <p:cNvSpPr/>
          <p:nvPr/>
        </p:nvSpPr>
        <p:spPr>
          <a:xfrm>
            <a:off x="704175" y="2594575"/>
            <a:ext cx="2513400" cy="619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Outsource non-core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functions to save $3 million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14" name="Google Shape;2614;p29"/>
          <p:cNvSpPr/>
          <p:nvPr/>
        </p:nvSpPr>
        <p:spPr>
          <a:xfrm>
            <a:off x="3313413" y="2594575"/>
            <a:ext cx="2513400" cy="619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Simplify core function processes to save $1 million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15" name="Google Shape;2615;p29"/>
          <p:cNvSpPr/>
          <p:nvPr/>
        </p:nvSpPr>
        <p:spPr>
          <a:xfrm>
            <a:off x="1372925" y="1673550"/>
            <a:ext cx="6398100" cy="512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Reduce costs by $5 million through operational improvements</a:t>
            </a:r>
            <a:endParaRPr sz="1400" b="0" i="0" u="none" strike="noStrike" cap="none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16" name="Google Shape;2616;p29"/>
          <p:cNvSpPr txBox="1"/>
          <p:nvPr/>
        </p:nvSpPr>
        <p:spPr>
          <a:xfrm>
            <a:off x="1977900" y="1136675"/>
            <a:ext cx="51882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How can the company reduce its cost by 10%?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2617" name="Google Shape;2617;p29"/>
          <p:cNvCxnSpPr>
            <a:stCxn id="2611" idx="1"/>
            <a:endCxn id="2611" idx="1"/>
          </p:cNvCxnSpPr>
          <p:nvPr/>
        </p:nvCxnSpPr>
        <p:spPr>
          <a:xfrm>
            <a:off x="704175" y="3941350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A29B9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8" name="Google Shape;2618;p29"/>
          <p:cNvCxnSpPr/>
          <p:nvPr/>
        </p:nvCxnSpPr>
        <p:spPr>
          <a:xfrm>
            <a:off x="3493725" y="3512650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A29B9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9" name="Google Shape;2619;p29"/>
          <p:cNvCxnSpPr/>
          <p:nvPr/>
        </p:nvCxnSpPr>
        <p:spPr>
          <a:xfrm>
            <a:off x="5405025" y="3512650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A29B9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0" name="Google Shape;2620;p29"/>
          <p:cNvSpPr txBox="1"/>
          <p:nvPr/>
        </p:nvSpPr>
        <p:spPr>
          <a:xfrm>
            <a:off x="3317188" y="3274000"/>
            <a:ext cx="2513400" cy="13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Design current processes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Compare current process to best-in-class benchmarks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Adopt best practices 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21" name="Google Shape;2621;p29"/>
          <p:cNvSpPr txBox="1"/>
          <p:nvPr/>
        </p:nvSpPr>
        <p:spPr>
          <a:xfrm>
            <a:off x="5926425" y="3274000"/>
            <a:ext cx="2658300" cy="13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Review current supplier costs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Evaluate cost of 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suppliers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Negotiate supplier contracts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622" name="Google Shape;2622;p29"/>
          <p:cNvCxnSpPr>
            <a:stCxn id="2615" idx="2"/>
            <a:endCxn id="2610" idx="0"/>
          </p:cNvCxnSpPr>
          <p:nvPr/>
        </p:nvCxnSpPr>
        <p:spPr>
          <a:xfrm rot="-5400000" flipH="1">
            <a:off x="5669525" y="1088400"/>
            <a:ext cx="408600" cy="26037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3" name="Google Shape;2623;p29"/>
          <p:cNvCxnSpPr>
            <a:stCxn id="2615" idx="2"/>
            <a:endCxn id="2613" idx="0"/>
          </p:cNvCxnSpPr>
          <p:nvPr/>
        </p:nvCxnSpPr>
        <p:spPr>
          <a:xfrm rot="5400000">
            <a:off x="3062075" y="1084650"/>
            <a:ext cx="408600" cy="26112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4" name="Google Shape;2624;p29"/>
          <p:cNvCxnSpPr>
            <a:stCxn id="2615" idx="2"/>
            <a:endCxn id="2614" idx="0"/>
          </p:cNvCxnSpPr>
          <p:nvPr/>
        </p:nvCxnSpPr>
        <p:spPr>
          <a:xfrm rot="5400000">
            <a:off x="4366775" y="2389350"/>
            <a:ext cx="408600" cy="1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9" name="Google Shape;2629;p30"/>
          <p:cNvGraphicFramePr/>
          <p:nvPr/>
        </p:nvGraphicFramePr>
        <p:xfrm>
          <a:off x="1018800" y="1471833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Initiative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Impact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Effort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List all your potential initiatives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Very 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List all your potential initiatives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3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List all your potential initiatives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Low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List all your potential initiatives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Low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List all your potential initiatives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List all your potential initiatives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Very 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630" name="Google Shape;2630;p30"/>
          <p:cNvGrpSpPr/>
          <p:nvPr/>
        </p:nvGrpSpPr>
        <p:grpSpPr>
          <a:xfrm>
            <a:off x="4721100" y="1970325"/>
            <a:ext cx="1586550" cy="330000"/>
            <a:chOff x="4721100" y="1970325"/>
            <a:chExt cx="1586550" cy="330000"/>
          </a:xfrm>
        </p:grpSpPr>
        <p:sp>
          <p:nvSpPr>
            <p:cNvPr id="2631" name="Google Shape;2631;p30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53493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59776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4" name="Google Shape;2634;p3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Prioritization </a:t>
            </a:r>
            <a:r>
              <a:rPr lang="en" b="1"/>
              <a:t>matrix</a:t>
            </a:r>
            <a:endParaRPr b="1"/>
          </a:p>
        </p:txBody>
      </p:sp>
      <p:cxnSp>
        <p:nvCxnSpPr>
          <p:cNvPr id="2635" name="Google Shape;2635;p30"/>
          <p:cNvCxnSpPr/>
          <p:nvPr/>
        </p:nvCxnSpPr>
        <p:spPr>
          <a:xfrm>
            <a:off x="5828500" y="1922300"/>
            <a:ext cx="0" cy="268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6" name="Google Shape;2636;p30"/>
          <p:cNvCxnSpPr/>
          <p:nvPr/>
        </p:nvCxnSpPr>
        <p:spPr>
          <a:xfrm>
            <a:off x="5200225" y="1922300"/>
            <a:ext cx="0" cy="268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637" name="Google Shape;2637;p30"/>
          <p:cNvGrpSpPr/>
          <p:nvPr/>
        </p:nvGrpSpPr>
        <p:grpSpPr>
          <a:xfrm>
            <a:off x="4721100" y="4210825"/>
            <a:ext cx="1586550" cy="330000"/>
            <a:chOff x="4721100" y="1970325"/>
            <a:chExt cx="1586550" cy="330000"/>
          </a:xfrm>
        </p:grpSpPr>
        <p:sp>
          <p:nvSpPr>
            <p:cNvPr id="2638" name="Google Shape;2638;p30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53493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59776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1" name="Google Shape;2641;p30"/>
          <p:cNvGrpSpPr/>
          <p:nvPr/>
        </p:nvGrpSpPr>
        <p:grpSpPr>
          <a:xfrm>
            <a:off x="4721100" y="3772100"/>
            <a:ext cx="1586550" cy="330000"/>
            <a:chOff x="4721100" y="1970325"/>
            <a:chExt cx="1586550" cy="330000"/>
          </a:xfrm>
        </p:grpSpPr>
        <p:sp>
          <p:nvSpPr>
            <p:cNvPr id="2642" name="Google Shape;2642;p30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53493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59776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5" name="Google Shape;2645;p30"/>
          <p:cNvGrpSpPr/>
          <p:nvPr/>
        </p:nvGrpSpPr>
        <p:grpSpPr>
          <a:xfrm>
            <a:off x="4721100" y="3333375"/>
            <a:ext cx="1586550" cy="330000"/>
            <a:chOff x="4721100" y="1970325"/>
            <a:chExt cx="1586550" cy="330000"/>
          </a:xfrm>
        </p:grpSpPr>
        <p:sp>
          <p:nvSpPr>
            <p:cNvPr id="2646" name="Google Shape;2646;p30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53493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776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9" name="Google Shape;2649;p30"/>
          <p:cNvGrpSpPr/>
          <p:nvPr/>
        </p:nvGrpSpPr>
        <p:grpSpPr>
          <a:xfrm>
            <a:off x="4721100" y="2871213"/>
            <a:ext cx="1586550" cy="330000"/>
            <a:chOff x="4721100" y="1970325"/>
            <a:chExt cx="1586550" cy="330000"/>
          </a:xfrm>
        </p:grpSpPr>
        <p:sp>
          <p:nvSpPr>
            <p:cNvPr id="2650" name="Google Shape;2650;p30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3493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76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3" name="Google Shape;2653;p30"/>
          <p:cNvGrpSpPr/>
          <p:nvPr/>
        </p:nvGrpSpPr>
        <p:grpSpPr>
          <a:xfrm>
            <a:off x="4721100" y="2420775"/>
            <a:ext cx="1586550" cy="330000"/>
            <a:chOff x="4721100" y="1970325"/>
            <a:chExt cx="1586550" cy="330000"/>
          </a:xfrm>
        </p:grpSpPr>
        <p:sp>
          <p:nvSpPr>
            <p:cNvPr id="2654" name="Google Shape;2654;p30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3493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76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31"/>
          <p:cNvSpPr/>
          <p:nvPr/>
        </p:nvSpPr>
        <p:spPr>
          <a:xfrm>
            <a:off x="3414913" y="1741875"/>
            <a:ext cx="2323500" cy="23235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Company logo here</a:t>
            </a:r>
            <a:endParaRPr sz="1400" b="0" i="0" u="none" strike="noStrike" cap="none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62" name="Google Shape;2662;p31"/>
          <p:cNvSpPr txBox="1">
            <a:spLocks noGrp="1"/>
          </p:cNvSpPr>
          <p:nvPr>
            <p:ph type="subTitle" idx="1"/>
          </p:nvPr>
        </p:nvSpPr>
        <p:spPr>
          <a:xfrm>
            <a:off x="1482702" y="1509900"/>
            <a:ext cx="192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2663" name="Google Shape;2663;p31"/>
          <p:cNvSpPr txBox="1">
            <a:spLocks noGrp="1"/>
          </p:cNvSpPr>
          <p:nvPr>
            <p:ph type="subTitle" idx="5"/>
          </p:nvPr>
        </p:nvSpPr>
        <p:spPr>
          <a:xfrm>
            <a:off x="1481625" y="3790950"/>
            <a:ext cx="192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2664" name="Google Shape;2664;p31"/>
          <p:cNvSpPr txBox="1">
            <a:spLocks noGrp="1"/>
          </p:cNvSpPr>
          <p:nvPr>
            <p:ph type="subTitle" idx="6"/>
          </p:nvPr>
        </p:nvSpPr>
        <p:spPr>
          <a:xfrm>
            <a:off x="1485495" y="2661231"/>
            <a:ext cx="192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2665" name="Google Shape;2665;p31"/>
          <p:cNvSpPr txBox="1">
            <a:spLocks noGrp="1"/>
          </p:cNvSpPr>
          <p:nvPr>
            <p:ph type="subTitle" idx="7"/>
          </p:nvPr>
        </p:nvSpPr>
        <p:spPr>
          <a:xfrm>
            <a:off x="5728825" y="3790950"/>
            <a:ext cx="19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2666" name="Google Shape;2666;p31"/>
          <p:cNvSpPr txBox="1">
            <a:spLocks noGrp="1"/>
          </p:cNvSpPr>
          <p:nvPr>
            <p:ph type="subTitle" idx="8"/>
          </p:nvPr>
        </p:nvSpPr>
        <p:spPr>
          <a:xfrm>
            <a:off x="5729900" y="1509900"/>
            <a:ext cx="19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2667" name="Google Shape;2667;p31"/>
          <p:cNvSpPr txBox="1">
            <a:spLocks noGrp="1"/>
          </p:cNvSpPr>
          <p:nvPr>
            <p:ph type="subTitle" idx="9"/>
          </p:nvPr>
        </p:nvSpPr>
        <p:spPr>
          <a:xfrm>
            <a:off x="5732687" y="2661231"/>
            <a:ext cx="19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Saturn is composed of hydrogen and helium</a:t>
            </a:r>
            <a:endParaRPr/>
          </a:p>
        </p:txBody>
      </p:sp>
      <p:sp>
        <p:nvSpPr>
          <p:cNvPr id="2668" name="Google Shape;2668;p31"/>
          <p:cNvSpPr/>
          <p:nvPr/>
        </p:nvSpPr>
        <p:spPr>
          <a:xfrm>
            <a:off x="3764763" y="4123775"/>
            <a:ext cx="1623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XX/XX/XX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69" name="Google Shape;2669;p31"/>
          <p:cNvSpPr/>
          <p:nvPr/>
        </p:nvSpPr>
        <p:spPr>
          <a:xfrm>
            <a:off x="3766063" y="1163425"/>
            <a:ext cx="1623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Business Name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70" name="Google Shape;2670;p31"/>
          <p:cNvSpPr txBox="1">
            <a:spLocks noGrp="1"/>
          </p:cNvSpPr>
          <p:nvPr>
            <p:ph type="title"/>
          </p:nvPr>
        </p:nvSpPr>
        <p:spPr>
          <a:xfrm>
            <a:off x="713213" y="1509888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671" name="Google Shape;2671;p31"/>
          <p:cNvSpPr txBox="1">
            <a:spLocks noGrp="1"/>
          </p:cNvSpPr>
          <p:nvPr>
            <p:ph type="title" idx="13"/>
          </p:nvPr>
        </p:nvSpPr>
        <p:spPr>
          <a:xfrm>
            <a:off x="716550" y="2661225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672" name="Google Shape;2672;p31"/>
          <p:cNvSpPr txBox="1">
            <a:spLocks noGrp="1"/>
          </p:cNvSpPr>
          <p:nvPr>
            <p:ph type="title" idx="14"/>
          </p:nvPr>
        </p:nvSpPr>
        <p:spPr>
          <a:xfrm>
            <a:off x="721225" y="3790950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673" name="Google Shape;2673;p31"/>
          <p:cNvSpPr txBox="1">
            <a:spLocks noGrp="1"/>
          </p:cNvSpPr>
          <p:nvPr>
            <p:ph type="title" idx="2"/>
          </p:nvPr>
        </p:nvSpPr>
        <p:spPr>
          <a:xfrm>
            <a:off x="7727388" y="1509888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674" name="Google Shape;2674;p31"/>
          <p:cNvSpPr txBox="1">
            <a:spLocks noGrp="1"/>
          </p:cNvSpPr>
          <p:nvPr>
            <p:ph type="title" idx="3"/>
          </p:nvPr>
        </p:nvSpPr>
        <p:spPr>
          <a:xfrm>
            <a:off x="7724000" y="2661225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675" name="Google Shape;2675;p31"/>
          <p:cNvSpPr txBox="1">
            <a:spLocks noGrp="1"/>
          </p:cNvSpPr>
          <p:nvPr>
            <p:ph type="title" idx="4"/>
          </p:nvPr>
        </p:nvSpPr>
        <p:spPr>
          <a:xfrm>
            <a:off x="7719375" y="3790950"/>
            <a:ext cx="704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2676" name="Google Shape;2676;p31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Business </a:t>
            </a:r>
            <a:r>
              <a:rPr lang="en" b="1"/>
              <a:t>case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Competitor </a:t>
            </a:r>
            <a:r>
              <a:rPr lang="en" b="1"/>
              <a:t>comparison table</a:t>
            </a:r>
            <a:endParaRPr b="1"/>
          </a:p>
        </p:txBody>
      </p:sp>
      <p:graphicFrame>
        <p:nvGraphicFramePr>
          <p:cNvPr id="2682" name="Google Shape;2682;p32"/>
          <p:cNvGraphicFramePr/>
          <p:nvPr/>
        </p:nvGraphicFramePr>
        <p:xfrm>
          <a:off x="943825" y="1396600"/>
          <a:ext cx="7256300" cy="29663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Attributes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Competitor A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Competitor B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My Business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Price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$360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$320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$300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Quality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Low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Medium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Customer age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20-40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18-45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18-50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Reputation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Average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Good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Location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Spain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Italy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U.S.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7" name="Google Shape;2687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170" r="8153"/>
          <a:stretch/>
        </p:blipFill>
        <p:spPr>
          <a:xfrm>
            <a:off x="3376850" y="2218650"/>
            <a:ext cx="2389800" cy="2389800"/>
          </a:xfrm>
          <a:prstGeom prst="diamon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88" name="Google Shape;2688;p33"/>
          <p:cNvSpPr/>
          <p:nvPr/>
        </p:nvSpPr>
        <p:spPr>
          <a:xfrm>
            <a:off x="713150" y="2257800"/>
            <a:ext cx="17775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Spanish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89" name="Google Shape;2689;p33"/>
          <p:cNvSpPr/>
          <p:nvPr/>
        </p:nvSpPr>
        <p:spPr>
          <a:xfrm>
            <a:off x="713150" y="2701150"/>
            <a:ext cx="15654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English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90" name="Google Shape;2690;p33"/>
          <p:cNvSpPr/>
          <p:nvPr/>
        </p:nvSpPr>
        <p:spPr>
          <a:xfrm>
            <a:off x="713150" y="3144500"/>
            <a:ext cx="12003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Italian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691" name="Google Shape;2691;p33"/>
          <p:cNvSpPr/>
          <p:nvPr/>
        </p:nvSpPr>
        <p:spPr>
          <a:xfrm>
            <a:off x="2519863" y="2256663"/>
            <a:ext cx="68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100%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92" name="Google Shape;2692;p33"/>
          <p:cNvSpPr/>
          <p:nvPr/>
        </p:nvSpPr>
        <p:spPr>
          <a:xfrm>
            <a:off x="2519863" y="2701163"/>
            <a:ext cx="68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90%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93" name="Google Shape;2693;p33"/>
          <p:cNvSpPr/>
          <p:nvPr/>
        </p:nvSpPr>
        <p:spPr>
          <a:xfrm>
            <a:off x="2519863" y="3154538"/>
            <a:ext cx="68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70%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94" name="Google Shape;2694;p3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Target</a:t>
            </a:r>
            <a:endParaRPr/>
          </a:p>
        </p:txBody>
      </p:sp>
      <p:sp>
        <p:nvSpPr>
          <p:cNvPr id="2695" name="Google Shape;2695;p33"/>
          <p:cNvSpPr/>
          <p:nvPr/>
        </p:nvSpPr>
        <p:spPr>
          <a:xfrm>
            <a:off x="1998700" y="1395462"/>
            <a:ext cx="12945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6" name="Google Shape;2696;p33"/>
          <p:cNvSpPr/>
          <p:nvPr/>
        </p:nvSpPr>
        <p:spPr>
          <a:xfrm>
            <a:off x="4587700" y="1395462"/>
            <a:ext cx="12945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7" name="Google Shape;2697;p33"/>
          <p:cNvSpPr/>
          <p:nvPr/>
        </p:nvSpPr>
        <p:spPr>
          <a:xfrm>
            <a:off x="7176700" y="1397562"/>
            <a:ext cx="1294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8" name="Google Shape;2698;p33"/>
          <p:cNvSpPr/>
          <p:nvPr/>
        </p:nvSpPr>
        <p:spPr>
          <a:xfrm>
            <a:off x="704200" y="1395462"/>
            <a:ext cx="1294500" cy="361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fr-FR" sz="14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Jack Wilson</a:t>
            </a:r>
          </a:p>
        </p:txBody>
      </p:sp>
      <p:sp>
        <p:nvSpPr>
          <p:cNvPr id="2699" name="Google Shape;2699;p33"/>
          <p:cNvSpPr/>
          <p:nvPr/>
        </p:nvSpPr>
        <p:spPr>
          <a:xfrm>
            <a:off x="3293200" y="1395462"/>
            <a:ext cx="1294500" cy="361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fr-FR" sz="14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45 </a:t>
            </a:r>
            <a:r>
              <a:rPr lang="fr-FR" sz="14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years</a:t>
            </a:r>
            <a:r>
              <a:rPr lang="fr-FR" sz="14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</a:p>
        </p:txBody>
      </p:sp>
      <p:sp>
        <p:nvSpPr>
          <p:cNvPr id="2700" name="Google Shape;2700;p33"/>
          <p:cNvSpPr/>
          <p:nvPr/>
        </p:nvSpPr>
        <p:spPr>
          <a:xfrm>
            <a:off x="5882200" y="1395462"/>
            <a:ext cx="1294500" cy="361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" sz="14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Employee</a:t>
            </a:r>
            <a:endParaRPr sz="14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01" name="Google Shape;2701;p33"/>
          <p:cNvSpPr/>
          <p:nvPr/>
        </p:nvSpPr>
        <p:spPr>
          <a:xfrm>
            <a:off x="713225" y="3869050"/>
            <a:ext cx="2494800" cy="7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Venus has a beautiful name and is the second planet from the Sun. It’s terribly hot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02" name="Google Shape;2702;p33"/>
          <p:cNvSpPr/>
          <p:nvPr/>
        </p:nvSpPr>
        <p:spPr>
          <a:xfrm>
            <a:off x="7782787" y="2252400"/>
            <a:ext cx="68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100%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03" name="Google Shape;2703;p33"/>
          <p:cNvSpPr/>
          <p:nvPr/>
        </p:nvSpPr>
        <p:spPr>
          <a:xfrm>
            <a:off x="5935675" y="2260150"/>
            <a:ext cx="17775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Adventure 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04" name="Google Shape;2704;p33"/>
          <p:cNvSpPr/>
          <p:nvPr/>
        </p:nvSpPr>
        <p:spPr>
          <a:xfrm>
            <a:off x="7803187" y="2693901"/>
            <a:ext cx="667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80%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05" name="Google Shape;2705;p33"/>
          <p:cNvSpPr/>
          <p:nvPr/>
        </p:nvSpPr>
        <p:spPr>
          <a:xfrm>
            <a:off x="5935675" y="2703500"/>
            <a:ext cx="14388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Footing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06" name="Google Shape;2706;p33"/>
          <p:cNvSpPr/>
          <p:nvPr/>
        </p:nvSpPr>
        <p:spPr>
          <a:xfrm>
            <a:off x="7803187" y="3149939"/>
            <a:ext cx="667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70%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07" name="Google Shape;2707;p33"/>
          <p:cNvSpPr/>
          <p:nvPr/>
        </p:nvSpPr>
        <p:spPr>
          <a:xfrm>
            <a:off x="5936149" y="3142175"/>
            <a:ext cx="12003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Read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08" name="Google Shape;2708;p33"/>
          <p:cNvSpPr/>
          <p:nvPr/>
        </p:nvSpPr>
        <p:spPr>
          <a:xfrm>
            <a:off x="5935675" y="3869150"/>
            <a:ext cx="2494800" cy="7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Despite being red, Mars is actually a very cold place. It's full of iron oxide dust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13" name="Google Shape;2713;p34"/>
          <p:cNvGraphicFramePr/>
          <p:nvPr/>
        </p:nvGraphicFramePr>
        <p:xfrm>
          <a:off x="996900" y="1861203"/>
          <a:ext cx="7239000" cy="2773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Progress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Status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Link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Venus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www.yourlink.com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Jupiter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www.yourlink.com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Mars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www.yourlink.com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Neptune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www.yourlink.com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Earth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www.yourlink.com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Ceres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A29B92"/>
                        </a:solidFill>
                        <a:latin typeface="Quattrocento"/>
                        <a:ea typeface="Quattrocento"/>
                        <a:cs typeface="Quattrocento"/>
                        <a:sym typeface="Quattrocen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www.yourlink.com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9B9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714" name="Google Shape;2714;p34"/>
          <p:cNvGrpSpPr/>
          <p:nvPr/>
        </p:nvGrpSpPr>
        <p:grpSpPr>
          <a:xfrm>
            <a:off x="5103325" y="2284375"/>
            <a:ext cx="1129350" cy="330000"/>
            <a:chOff x="4721100" y="1970325"/>
            <a:chExt cx="1129350" cy="330000"/>
          </a:xfrm>
        </p:grpSpPr>
        <p:sp>
          <p:nvSpPr>
            <p:cNvPr id="2715" name="Google Shape;2715;p34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34"/>
            <p:cNvSpPr/>
            <p:nvPr/>
          </p:nvSpPr>
          <p:spPr>
            <a:xfrm>
              <a:off x="51207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34"/>
            <p:cNvSpPr/>
            <p:nvPr/>
          </p:nvSpPr>
          <p:spPr>
            <a:xfrm>
              <a:off x="55204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8" name="Google Shape;2718;p34"/>
          <p:cNvGrpSpPr/>
          <p:nvPr/>
        </p:nvGrpSpPr>
        <p:grpSpPr>
          <a:xfrm>
            <a:off x="5103325" y="4281125"/>
            <a:ext cx="1129350" cy="330000"/>
            <a:chOff x="4721100" y="1970325"/>
            <a:chExt cx="1129350" cy="330000"/>
          </a:xfrm>
        </p:grpSpPr>
        <p:sp>
          <p:nvSpPr>
            <p:cNvPr id="2719" name="Google Shape;2719;p34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34"/>
            <p:cNvSpPr/>
            <p:nvPr/>
          </p:nvSpPr>
          <p:spPr>
            <a:xfrm>
              <a:off x="51207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34"/>
            <p:cNvSpPr/>
            <p:nvPr/>
          </p:nvSpPr>
          <p:spPr>
            <a:xfrm>
              <a:off x="55204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2" name="Google Shape;2722;p34"/>
          <p:cNvGrpSpPr/>
          <p:nvPr/>
        </p:nvGrpSpPr>
        <p:grpSpPr>
          <a:xfrm>
            <a:off x="5103325" y="3881500"/>
            <a:ext cx="1129350" cy="330000"/>
            <a:chOff x="4721100" y="1970325"/>
            <a:chExt cx="1129350" cy="330000"/>
          </a:xfrm>
        </p:grpSpPr>
        <p:sp>
          <p:nvSpPr>
            <p:cNvPr id="2723" name="Google Shape;2723;p34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34"/>
            <p:cNvSpPr/>
            <p:nvPr/>
          </p:nvSpPr>
          <p:spPr>
            <a:xfrm>
              <a:off x="51207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34"/>
            <p:cNvSpPr/>
            <p:nvPr/>
          </p:nvSpPr>
          <p:spPr>
            <a:xfrm>
              <a:off x="55204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6" name="Google Shape;2726;p34"/>
          <p:cNvGrpSpPr/>
          <p:nvPr/>
        </p:nvGrpSpPr>
        <p:grpSpPr>
          <a:xfrm>
            <a:off x="5103325" y="3481875"/>
            <a:ext cx="1129350" cy="330000"/>
            <a:chOff x="4721100" y="1970325"/>
            <a:chExt cx="1129350" cy="330000"/>
          </a:xfrm>
        </p:grpSpPr>
        <p:sp>
          <p:nvSpPr>
            <p:cNvPr id="2727" name="Google Shape;2727;p34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51207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55204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0" name="Google Shape;2730;p34"/>
          <p:cNvGrpSpPr/>
          <p:nvPr/>
        </p:nvGrpSpPr>
        <p:grpSpPr>
          <a:xfrm>
            <a:off x="5103325" y="3082938"/>
            <a:ext cx="1129350" cy="330000"/>
            <a:chOff x="4721100" y="1970325"/>
            <a:chExt cx="1129350" cy="330000"/>
          </a:xfrm>
        </p:grpSpPr>
        <p:sp>
          <p:nvSpPr>
            <p:cNvPr id="2731" name="Google Shape;2731;p34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51207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p34"/>
            <p:cNvSpPr/>
            <p:nvPr/>
          </p:nvSpPr>
          <p:spPr>
            <a:xfrm>
              <a:off x="55204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4" name="Google Shape;2734;p34"/>
          <p:cNvGrpSpPr/>
          <p:nvPr/>
        </p:nvGrpSpPr>
        <p:grpSpPr>
          <a:xfrm>
            <a:off x="5103325" y="2692875"/>
            <a:ext cx="1129350" cy="330000"/>
            <a:chOff x="4721100" y="1970325"/>
            <a:chExt cx="1129350" cy="330000"/>
          </a:xfrm>
        </p:grpSpPr>
        <p:sp>
          <p:nvSpPr>
            <p:cNvPr id="2735" name="Google Shape;2735;p34"/>
            <p:cNvSpPr/>
            <p:nvPr/>
          </p:nvSpPr>
          <p:spPr>
            <a:xfrm>
              <a:off x="4721100" y="1970325"/>
              <a:ext cx="330000" cy="330000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34"/>
            <p:cNvSpPr/>
            <p:nvPr/>
          </p:nvSpPr>
          <p:spPr>
            <a:xfrm>
              <a:off x="5120750" y="1970325"/>
              <a:ext cx="330000" cy="330000"/>
            </a:xfrm>
            <a:prstGeom prst="diamond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34"/>
            <p:cNvSpPr/>
            <p:nvPr/>
          </p:nvSpPr>
          <p:spPr>
            <a:xfrm>
              <a:off x="5520450" y="1970325"/>
              <a:ext cx="330000" cy="330000"/>
            </a:xfrm>
            <a:prstGeom prst="diamond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8" name="Google Shape;2738;p34"/>
          <p:cNvGrpSpPr/>
          <p:nvPr/>
        </p:nvGrpSpPr>
        <p:grpSpPr>
          <a:xfrm>
            <a:off x="1982100" y="2284363"/>
            <a:ext cx="2827800" cy="2326750"/>
            <a:chOff x="1982100" y="2153000"/>
            <a:chExt cx="2827800" cy="2326750"/>
          </a:xfrm>
        </p:grpSpPr>
        <p:sp>
          <p:nvSpPr>
            <p:cNvPr id="2739" name="Google Shape;2739;p34"/>
            <p:cNvSpPr/>
            <p:nvPr/>
          </p:nvSpPr>
          <p:spPr>
            <a:xfrm>
              <a:off x="1982100" y="3742925"/>
              <a:ext cx="2827800" cy="341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806248"/>
                </a:solidFill>
                <a:latin typeface="Quattrocento"/>
                <a:ea typeface="Quattrocento"/>
                <a:cs typeface="Quattrocento"/>
                <a:sym typeface="Quattrocento"/>
              </a:endParaRPr>
            </a:p>
          </p:txBody>
        </p:sp>
        <p:sp>
          <p:nvSpPr>
            <p:cNvPr id="2740" name="Google Shape;2740;p34"/>
            <p:cNvSpPr/>
            <p:nvPr/>
          </p:nvSpPr>
          <p:spPr>
            <a:xfrm>
              <a:off x="1982100" y="3346688"/>
              <a:ext cx="2827800" cy="341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806248"/>
                </a:solidFill>
                <a:latin typeface="Quattrocento"/>
                <a:ea typeface="Quattrocento"/>
                <a:cs typeface="Quattrocento"/>
                <a:sym typeface="Quattrocento"/>
              </a:endParaRPr>
            </a:p>
          </p:txBody>
        </p:sp>
        <p:sp>
          <p:nvSpPr>
            <p:cNvPr id="2741" name="Google Shape;2741;p34"/>
            <p:cNvSpPr/>
            <p:nvPr/>
          </p:nvSpPr>
          <p:spPr>
            <a:xfrm>
              <a:off x="1982100" y="2950038"/>
              <a:ext cx="2827800" cy="341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806248"/>
                </a:solidFill>
                <a:latin typeface="Quattrocento"/>
                <a:ea typeface="Quattrocento"/>
                <a:cs typeface="Quattrocento"/>
                <a:sym typeface="Quattrocento"/>
              </a:endParaRPr>
            </a:p>
          </p:txBody>
        </p:sp>
        <p:sp>
          <p:nvSpPr>
            <p:cNvPr id="2742" name="Google Shape;2742;p34"/>
            <p:cNvSpPr/>
            <p:nvPr/>
          </p:nvSpPr>
          <p:spPr>
            <a:xfrm>
              <a:off x="1982100" y="2551725"/>
              <a:ext cx="2827800" cy="341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806248"/>
                </a:solidFill>
                <a:latin typeface="Quattrocento"/>
                <a:ea typeface="Quattrocento"/>
                <a:cs typeface="Quattrocento"/>
                <a:sym typeface="Quattrocento"/>
              </a:endParaRPr>
            </a:p>
          </p:txBody>
        </p:sp>
        <p:sp>
          <p:nvSpPr>
            <p:cNvPr id="2743" name="Google Shape;2743;p34"/>
            <p:cNvSpPr/>
            <p:nvPr/>
          </p:nvSpPr>
          <p:spPr>
            <a:xfrm>
              <a:off x="1982100" y="4138350"/>
              <a:ext cx="2827800" cy="341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806248"/>
                </a:solidFill>
                <a:latin typeface="Quattrocento"/>
                <a:ea typeface="Quattrocento"/>
                <a:cs typeface="Quattrocento"/>
                <a:sym typeface="Quattrocento"/>
              </a:endParaRPr>
            </a:p>
          </p:txBody>
        </p:sp>
        <p:sp>
          <p:nvSpPr>
            <p:cNvPr id="2744" name="Google Shape;2744;p34"/>
            <p:cNvSpPr/>
            <p:nvPr/>
          </p:nvSpPr>
          <p:spPr>
            <a:xfrm>
              <a:off x="1982100" y="2156300"/>
              <a:ext cx="2827800" cy="341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806248"/>
                </a:solidFill>
                <a:latin typeface="Quattrocento"/>
                <a:ea typeface="Quattrocento"/>
                <a:cs typeface="Quattrocento"/>
                <a:sym typeface="Quattrocento"/>
              </a:endParaRPr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1982100" y="3742925"/>
              <a:ext cx="2540100" cy="341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90%</a:t>
              </a:r>
              <a:endPara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1982100" y="4138350"/>
              <a:ext cx="1988100" cy="341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70%</a:t>
              </a:r>
              <a:endPara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1982100" y="3344200"/>
              <a:ext cx="1141500" cy="344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40%</a:t>
              </a:r>
              <a:endPara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748" name="Google Shape;2748;p34"/>
            <p:cNvSpPr/>
            <p:nvPr/>
          </p:nvSpPr>
          <p:spPr>
            <a:xfrm>
              <a:off x="1982100" y="2153000"/>
              <a:ext cx="1851000" cy="344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65%</a:t>
              </a:r>
              <a:endPara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749" name="Google Shape;2749;p34"/>
            <p:cNvSpPr/>
            <p:nvPr/>
          </p:nvSpPr>
          <p:spPr>
            <a:xfrm>
              <a:off x="1982100" y="2550075"/>
              <a:ext cx="1711500" cy="344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60%</a:t>
              </a:r>
              <a:endPara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1982100" y="2947150"/>
              <a:ext cx="2128500" cy="344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75%</a:t>
              </a:r>
              <a:endPara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2751" name="Google Shape;2751;p3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Implement, track </a:t>
            </a:r>
            <a:r>
              <a:rPr lang="en" b="1"/>
              <a:t>&amp; manage progress</a:t>
            </a:r>
            <a:endParaRPr b="1"/>
          </a:p>
        </p:txBody>
      </p:sp>
      <p:sp>
        <p:nvSpPr>
          <p:cNvPr id="2752" name="Google Shape;2752;p34"/>
          <p:cNvSpPr/>
          <p:nvPr/>
        </p:nvSpPr>
        <p:spPr>
          <a:xfrm>
            <a:off x="1982100" y="1382975"/>
            <a:ext cx="6253800" cy="385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Manage progress</a:t>
            </a:r>
            <a:endParaRPr sz="14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Change </a:t>
            </a:r>
            <a:r>
              <a:rPr lang="en" b="1"/>
              <a:t>management strategy &amp; plan</a:t>
            </a:r>
            <a:endParaRPr b="1"/>
          </a:p>
        </p:txBody>
      </p:sp>
      <p:sp>
        <p:nvSpPr>
          <p:cNvPr id="2758" name="Google Shape;2758;p35"/>
          <p:cNvSpPr txBox="1"/>
          <p:nvPr/>
        </p:nvSpPr>
        <p:spPr>
          <a:xfrm>
            <a:off x="6902925" y="1356050"/>
            <a:ext cx="14757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Size: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Extreme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High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Medium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Moderate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Low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59" name="Google Shape;2759;p35"/>
          <p:cNvSpPr txBox="1"/>
          <p:nvPr/>
        </p:nvSpPr>
        <p:spPr>
          <a:xfrm>
            <a:off x="6902925" y="2986525"/>
            <a:ext cx="14757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Complexity: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Team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Business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Division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Extreme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2760" name="Google Shape;2760;p35"/>
          <p:cNvGraphicFramePr/>
          <p:nvPr/>
        </p:nvGraphicFramePr>
        <p:xfrm>
          <a:off x="705900" y="1356038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Size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Complexity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 of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Extreme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 team impacted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 of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Extreme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 business unit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3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 of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 division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 of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Medium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Half company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 of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High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Extreme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 of change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Moderate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Half company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3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Sales and </a:t>
            </a:r>
            <a:r>
              <a:rPr lang="en" b="1"/>
              <a:t>strategy plan</a:t>
            </a:r>
            <a:endParaRPr b="1"/>
          </a:p>
        </p:txBody>
      </p:sp>
      <p:sp>
        <p:nvSpPr>
          <p:cNvPr id="2766" name="Google Shape;2766;p36"/>
          <p:cNvSpPr txBox="1"/>
          <p:nvPr/>
        </p:nvSpPr>
        <p:spPr>
          <a:xfrm>
            <a:off x="1434638" y="2258350"/>
            <a:ext cx="2119200" cy="52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Implementation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67" name="Google Shape;2767;p36"/>
          <p:cNvSpPr txBox="1"/>
          <p:nvPr/>
        </p:nvSpPr>
        <p:spPr>
          <a:xfrm>
            <a:off x="2141900" y="1500150"/>
            <a:ext cx="7047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68" name="Google Shape;2768;p36"/>
          <p:cNvSpPr txBox="1"/>
          <p:nvPr/>
        </p:nvSpPr>
        <p:spPr>
          <a:xfrm>
            <a:off x="3865438" y="2258350"/>
            <a:ext cx="2119200" cy="52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Internal analysis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69" name="Google Shape;2769;p36"/>
          <p:cNvSpPr txBox="1"/>
          <p:nvPr/>
        </p:nvSpPr>
        <p:spPr>
          <a:xfrm>
            <a:off x="6296238" y="2258350"/>
            <a:ext cx="2119200" cy="52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External analysis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70" name="Google Shape;2770;p36"/>
          <p:cNvSpPr txBox="1"/>
          <p:nvPr/>
        </p:nvSpPr>
        <p:spPr>
          <a:xfrm>
            <a:off x="5098125" y="4037125"/>
            <a:ext cx="2119200" cy="52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Sales strategy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71" name="Google Shape;2771;p36"/>
          <p:cNvSpPr txBox="1"/>
          <p:nvPr/>
        </p:nvSpPr>
        <p:spPr>
          <a:xfrm>
            <a:off x="2632750" y="4037125"/>
            <a:ext cx="2119200" cy="52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Sales plan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72" name="Google Shape;2772;p36"/>
          <p:cNvSpPr txBox="1"/>
          <p:nvPr/>
        </p:nvSpPr>
        <p:spPr>
          <a:xfrm>
            <a:off x="4572700" y="1500150"/>
            <a:ext cx="7047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73" name="Google Shape;2773;p36"/>
          <p:cNvSpPr txBox="1"/>
          <p:nvPr/>
        </p:nvSpPr>
        <p:spPr>
          <a:xfrm>
            <a:off x="7003500" y="1500150"/>
            <a:ext cx="7047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74" name="Google Shape;2774;p36"/>
          <p:cNvSpPr txBox="1"/>
          <p:nvPr/>
        </p:nvSpPr>
        <p:spPr>
          <a:xfrm>
            <a:off x="5805400" y="3271875"/>
            <a:ext cx="7047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4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75" name="Google Shape;2775;p36"/>
          <p:cNvSpPr txBox="1"/>
          <p:nvPr/>
        </p:nvSpPr>
        <p:spPr>
          <a:xfrm>
            <a:off x="3340025" y="3271875"/>
            <a:ext cx="7047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5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2776" name="Google Shape;2776;p36"/>
          <p:cNvCxnSpPr>
            <a:stCxn id="2766" idx="3"/>
            <a:endCxn id="2768" idx="1"/>
          </p:cNvCxnSpPr>
          <p:nvPr/>
        </p:nvCxnSpPr>
        <p:spPr>
          <a:xfrm>
            <a:off x="3553838" y="2522200"/>
            <a:ext cx="311700" cy="6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7" name="Google Shape;2777;p36"/>
          <p:cNvCxnSpPr>
            <a:stCxn id="2768" idx="3"/>
            <a:endCxn id="2769" idx="1"/>
          </p:cNvCxnSpPr>
          <p:nvPr/>
        </p:nvCxnSpPr>
        <p:spPr>
          <a:xfrm>
            <a:off x="5984638" y="2522200"/>
            <a:ext cx="311700" cy="6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8" name="Google Shape;2778;p36"/>
          <p:cNvCxnSpPr>
            <a:stCxn id="2769" idx="3"/>
            <a:endCxn id="2770" idx="3"/>
          </p:cNvCxnSpPr>
          <p:nvPr/>
        </p:nvCxnSpPr>
        <p:spPr>
          <a:xfrm flipH="1">
            <a:off x="7217238" y="2522200"/>
            <a:ext cx="1198200" cy="1778700"/>
          </a:xfrm>
          <a:prstGeom prst="bentConnector3">
            <a:avLst>
              <a:gd name="adj1" fmla="val -1987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9" name="Google Shape;2779;p36"/>
          <p:cNvCxnSpPr>
            <a:endCxn id="2771" idx="3"/>
          </p:cNvCxnSpPr>
          <p:nvPr/>
        </p:nvCxnSpPr>
        <p:spPr>
          <a:xfrm flipH="1">
            <a:off x="4751950" y="4300375"/>
            <a:ext cx="3462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0" name="Google Shape;2780;p36"/>
          <p:cNvCxnSpPr>
            <a:stCxn id="2771" idx="1"/>
            <a:endCxn id="2766" idx="1"/>
          </p:cNvCxnSpPr>
          <p:nvPr/>
        </p:nvCxnSpPr>
        <p:spPr>
          <a:xfrm rot="10800000">
            <a:off x="1434550" y="2522275"/>
            <a:ext cx="1198200" cy="1778700"/>
          </a:xfrm>
          <a:prstGeom prst="bentConnector3">
            <a:avLst>
              <a:gd name="adj1" fmla="val 11986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81" name="Google Shape;2781;p36"/>
          <p:cNvCxnSpPr>
            <a:stCxn id="2767" idx="2"/>
            <a:endCxn id="2766" idx="0"/>
          </p:cNvCxnSpPr>
          <p:nvPr/>
        </p:nvCxnSpPr>
        <p:spPr>
          <a:xfrm rot="-5400000" flipH="1">
            <a:off x="2379350" y="2142750"/>
            <a:ext cx="230400" cy="600"/>
          </a:xfrm>
          <a:prstGeom prst="bentConnector3">
            <a:avLst>
              <a:gd name="adj1" fmla="val 5002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2782" name="Google Shape;2782;p36"/>
          <p:cNvCxnSpPr>
            <a:stCxn id="2772" idx="2"/>
            <a:endCxn id="2768" idx="0"/>
          </p:cNvCxnSpPr>
          <p:nvPr/>
        </p:nvCxnSpPr>
        <p:spPr>
          <a:xfrm rot="-5400000" flipH="1">
            <a:off x="4810150" y="2142750"/>
            <a:ext cx="230400" cy="600"/>
          </a:xfrm>
          <a:prstGeom prst="bentConnector3">
            <a:avLst>
              <a:gd name="adj1" fmla="val 5002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2783" name="Google Shape;2783;p36"/>
          <p:cNvCxnSpPr>
            <a:stCxn id="2773" idx="2"/>
            <a:endCxn id="2769" idx="0"/>
          </p:cNvCxnSpPr>
          <p:nvPr/>
        </p:nvCxnSpPr>
        <p:spPr>
          <a:xfrm rot="-5400000" flipH="1">
            <a:off x="7240950" y="2142750"/>
            <a:ext cx="230400" cy="600"/>
          </a:xfrm>
          <a:prstGeom prst="bentConnector3">
            <a:avLst>
              <a:gd name="adj1" fmla="val 5002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2784" name="Google Shape;2784;p36"/>
          <p:cNvCxnSpPr>
            <a:stCxn id="2775" idx="2"/>
            <a:endCxn id="2771" idx="0"/>
          </p:cNvCxnSpPr>
          <p:nvPr/>
        </p:nvCxnSpPr>
        <p:spPr>
          <a:xfrm rot="-5400000" flipH="1">
            <a:off x="3573875" y="3918075"/>
            <a:ext cx="237600" cy="6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2785" name="Google Shape;2785;p36"/>
          <p:cNvCxnSpPr>
            <a:stCxn id="2774" idx="2"/>
            <a:endCxn id="2770" idx="0"/>
          </p:cNvCxnSpPr>
          <p:nvPr/>
        </p:nvCxnSpPr>
        <p:spPr>
          <a:xfrm rot="-5400000" flipH="1">
            <a:off x="6039250" y="3918075"/>
            <a:ext cx="237600" cy="6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3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About the terms </a:t>
            </a:r>
            <a:r>
              <a:rPr lang="en" b="1"/>
              <a:t>of the agreement</a:t>
            </a:r>
            <a:endParaRPr b="1"/>
          </a:p>
        </p:txBody>
      </p:sp>
      <p:sp>
        <p:nvSpPr>
          <p:cNvPr id="2791" name="Google Shape;2791;p37"/>
          <p:cNvSpPr txBox="1"/>
          <p:nvPr/>
        </p:nvSpPr>
        <p:spPr>
          <a:xfrm>
            <a:off x="5971050" y="3690450"/>
            <a:ext cx="2459700" cy="8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Follow the link in the graph to modify its data and then paste the new one here. </a:t>
            </a:r>
            <a:r>
              <a:rPr lang="en" sz="1000" b="1" i="0" u="none" strike="noStrike" cap="none">
                <a:solidFill>
                  <a:schemeClr val="lt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200" b="0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2" name="Google Shape;2792;p37"/>
          <p:cNvSpPr txBox="1"/>
          <p:nvPr/>
        </p:nvSpPr>
        <p:spPr>
          <a:xfrm>
            <a:off x="5964925" y="1538025"/>
            <a:ext cx="24597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Mars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93" name="Google Shape;2793;p37"/>
          <p:cNvSpPr txBox="1"/>
          <p:nvPr/>
        </p:nvSpPr>
        <p:spPr>
          <a:xfrm>
            <a:off x="5964925" y="2608398"/>
            <a:ext cx="24597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Mercury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94" name="Google Shape;2794;p37"/>
          <p:cNvSpPr txBox="1"/>
          <p:nvPr/>
        </p:nvSpPr>
        <p:spPr>
          <a:xfrm>
            <a:off x="5964925" y="2918400"/>
            <a:ext cx="2459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It's the closest planet to the Sun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95" name="Google Shape;2795;p37"/>
          <p:cNvSpPr txBox="1"/>
          <p:nvPr/>
        </p:nvSpPr>
        <p:spPr>
          <a:xfrm>
            <a:off x="5964925" y="1836350"/>
            <a:ext cx="2459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Mars is actually a very cold place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96" name="Google Shape;2796;p37"/>
          <p:cNvSpPr/>
          <p:nvPr/>
        </p:nvSpPr>
        <p:spPr>
          <a:xfrm>
            <a:off x="5657559" y="2610588"/>
            <a:ext cx="255600" cy="255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7" name="Google Shape;2797;p37" title="Chart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050" y="1339100"/>
            <a:ext cx="5101524" cy="315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8" name="Google Shape;2798;p37"/>
          <p:cNvSpPr/>
          <p:nvPr/>
        </p:nvSpPr>
        <p:spPr>
          <a:xfrm>
            <a:off x="5635359" y="1539450"/>
            <a:ext cx="277800" cy="246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38"/>
          <p:cNvSpPr txBox="1">
            <a:spLocks noGrp="1"/>
          </p:cNvSpPr>
          <p:nvPr>
            <p:ph type="title"/>
          </p:nvPr>
        </p:nvSpPr>
        <p:spPr>
          <a:xfrm>
            <a:off x="1221762" y="837650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/>
              <a:t>$20,000</a:t>
            </a:r>
            <a:endParaRPr/>
          </a:p>
        </p:txBody>
      </p:sp>
      <p:sp>
        <p:nvSpPr>
          <p:cNvPr id="2804" name="Google Shape;2804;p38"/>
          <p:cNvSpPr txBox="1">
            <a:spLocks noGrp="1"/>
          </p:cNvSpPr>
          <p:nvPr>
            <p:ph type="subTitle" idx="1"/>
          </p:nvPr>
        </p:nvSpPr>
        <p:spPr>
          <a:xfrm>
            <a:off x="1221762" y="1815496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Mars is actually a cold place</a:t>
            </a:r>
            <a:endParaRPr/>
          </a:p>
        </p:txBody>
      </p:sp>
      <p:sp>
        <p:nvSpPr>
          <p:cNvPr id="2805" name="Google Shape;2805;p38"/>
          <p:cNvSpPr txBox="1">
            <a:spLocks noGrp="1"/>
          </p:cNvSpPr>
          <p:nvPr>
            <p:ph type="title" idx="2"/>
          </p:nvPr>
        </p:nvSpPr>
        <p:spPr>
          <a:xfrm>
            <a:off x="4827129" y="837650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/>
              <a:t>$15,000</a:t>
            </a:r>
            <a:endParaRPr/>
          </a:p>
        </p:txBody>
      </p:sp>
      <p:sp>
        <p:nvSpPr>
          <p:cNvPr id="2806" name="Google Shape;2806;p38"/>
          <p:cNvSpPr txBox="1">
            <a:spLocks noGrp="1"/>
          </p:cNvSpPr>
          <p:nvPr>
            <p:ph type="subTitle" idx="3"/>
          </p:nvPr>
        </p:nvSpPr>
        <p:spPr>
          <a:xfrm>
            <a:off x="4827129" y="1815496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2807" name="Google Shape;2807;p38"/>
          <p:cNvSpPr txBox="1">
            <a:spLocks noGrp="1"/>
          </p:cNvSpPr>
          <p:nvPr>
            <p:ph type="title" idx="4"/>
          </p:nvPr>
        </p:nvSpPr>
        <p:spPr>
          <a:xfrm>
            <a:off x="1221803" y="2867455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/>
              <a:t>$10,000</a:t>
            </a:r>
            <a:endParaRPr/>
          </a:p>
        </p:txBody>
      </p:sp>
      <p:sp>
        <p:nvSpPr>
          <p:cNvPr id="2808" name="Google Shape;2808;p38"/>
          <p:cNvSpPr txBox="1">
            <a:spLocks noGrp="1"/>
          </p:cNvSpPr>
          <p:nvPr>
            <p:ph type="subTitle" idx="5"/>
          </p:nvPr>
        </p:nvSpPr>
        <p:spPr>
          <a:xfrm>
            <a:off x="1221803" y="3860650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Saturn has several rings</a:t>
            </a:r>
            <a:endParaRPr/>
          </a:p>
        </p:txBody>
      </p:sp>
      <p:sp>
        <p:nvSpPr>
          <p:cNvPr id="2809" name="Google Shape;2809;p38"/>
          <p:cNvSpPr txBox="1">
            <a:spLocks noGrp="1"/>
          </p:cNvSpPr>
          <p:nvPr>
            <p:ph type="title" idx="6"/>
          </p:nvPr>
        </p:nvSpPr>
        <p:spPr>
          <a:xfrm>
            <a:off x="4827088" y="2867456"/>
            <a:ext cx="3095100" cy="828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/>
              <a:t>$45,000</a:t>
            </a:r>
            <a:endParaRPr/>
          </a:p>
        </p:txBody>
      </p:sp>
      <p:sp>
        <p:nvSpPr>
          <p:cNvPr id="2810" name="Google Shape;2810;p38"/>
          <p:cNvSpPr txBox="1">
            <a:spLocks noGrp="1"/>
          </p:cNvSpPr>
          <p:nvPr>
            <p:ph type="subTitle" idx="7"/>
          </p:nvPr>
        </p:nvSpPr>
        <p:spPr>
          <a:xfrm>
            <a:off x="4827088" y="3860652"/>
            <a:ext cx="3095100" cy="445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Mercury is the smallest planet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p39"/>
          <p:cNvSpPr/>
          <p:nvPr/>
        </p:nvSpPr>
        <p:spPr>
          <a:xfrm>
            <a:off x="1511700" y="1534088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39"/>
          <p:cNvSpPr/>
          <p:nvPr/>
        </p:nvSpPr>
        <p:spPr>
          <a:xfrm>
            <a:off x="5095713" y="1534088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39"/>
          <p:cNvSpPr/>
          <p:nvPr/>
        </p:nvSpPr>
        <p:spPr>
          <a:xfrm>
            <a:off x="3303688" y="3624838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39"/>
          <p:cNvSpPr/>
          <p:nvPr/>
        </p:nvSpPr>
        <p:spPr>
          <a:xfrm>
            <a:off x="6887700" y="3624838"/>
            <a:ext cx="7446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9" name="Google Shape;2819;p39"/>
          <p:cNvSpPr/>
          <p:nvPr/>
        </p:nvSpPr>
        <p:spPr>
          <a:xfrm>
            <a:off x="713225" y="2633175"/>
            <a:ext cx="7717500" cy="420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3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Management </a:t>
            </a:r>
            <a:r>
              <a:rPr lang="en" b="1"/>
              <a:t>approach</a:t>
            </a:r>
            <a:endParaRPr b="1"/>
          </a:p>
        </p:txBody>
      </p:sp>
      <p:sp>
        <p:nvSpPr>
          <p:cNvPr id="2821" name="Google Shape;2821;p39"/>
          <p:cNvSpPr txBox="1"/>
          <p:nvPr/>
        </p:nvSpPr>
        <p:spPr>
          <a:xfrm>
            <a:off x="1102475" y="2632750"/>
            <a:ext cx="15624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January</a:t>
            </a:r>
            <a:endParaRPr sz="1800" b="0" i="0" u="none" strike="noStrike" cap="none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822" name="Google Shape;2822;p39"/>
          <p:cNvSpPr txBox="1"/>
          <p:nvPr/>
        </p:nvSpPr>
        <p:spPr>
          <a:xfrm>
            <a:off x="2895004" y="2632750"/>
            <a:ext cx="15624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February</a:t>
            </a:r>
            <a:endParaRPr sz="1800" b="0" i="0" u="none" strike="noStrike" cap="none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823" name="Google Shape;2823;p39"/>
          <p:cNvSpPr txBox="1"/>
          <p:nvPr/>
        </p:nvSpPr>
        <p:spPr>
          <a:xfrm>
            <a:off x="4687125" y="2632750"/>
            <a:ext cx="15624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March</a:t>
            </a:r>
            <a:endParaRPr sz="1800" b="0" i="0" u="none" strike="noStrike" cap="none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824" name="Google Shape;2824;p39"/>
          <p:cNvSpPr txBox="1"/>
          <p:nvPr/>
        </p:nvSpPr>
        <p:spPr>
          <a:xfrm>
            <a:off x="6478836" y="2632750"/>
            <a:ext cx="15624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April</a:t>
            </a:r>
            <a:endParaRPr sz="1800" b="0" i="0" u="none" strike="noStrike" cap="none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825" name="Google Shape;2825;p39"/>
          <p:cNvSpPr txBox="1"/>
          <p:nvPr/>
        </p:nvSpPr>
        <p:spPr>
          <a:xfrm>
            <a:off x="2776600" y="1529050"/>
            <a:ext cx="1798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Mercury is the closest planet to the Sun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26" name="Google Shape;2826;p39"/>
          <p:cNvSpPr txBox="1"/>
          <p:nvPr/>
        </p:nvSpPr>
        <p:spPr>
          <a:xfrm>
            <a:off x="984275" y="3667750"/>
            <a:ext cx="1798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Mars is actually a very cold place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27" name="Google Shape;2827;p39"/>
          <p:cNvSpPr txBox="1"/>
          <p:nvPr/>
        </p:nvSpPr>
        <p:spPr>
          <a:xfrm>
            <a:off x="6360625" y="1529050"/>
            <a:ext cx="1798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Venus is the second planet from the Sun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28" name="Google Shape;2828;p39"/>
          <p:cNvSpPr txBox="1"/>
          <p:nvPr/>
        </p:nvSpPr>
        <p:spPr>
          <a:xfrm>
            <a:off x="4568925" y="3666075"/>
            <a:ext cx="1798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Neptune is very far from the Sun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2829" name="Google Shape;2829;p39"/>
          <p:cNvGrpSpPr/>
          <p:nvPr/>
        </p:nvGrpSpPr>
        <p:grpSpPr>
          <a:xfrm>
            <a:off x="3508668" y="3732325"/>
            <a:ext cx="334659" cy="312746"/>
            <a:chOff x="1748582" y="3372635"/>
            <a:chExt cx="359269" cy="335780"/>
          </a:xfrm>
        </p:grpSpPr>
        <p:sp>
          <p:nvSpPr>
            <p:cNvPr id="2830" name="Google Shape;2830;p39"/>
            <p:cNvSpPr/>
            <p:nvPr/>
          </p:nvSpPr>
          <p:spPr>
            <a:xfrm>
              <a:off x="2080161" y="3535210"/>
              <a:ext cx="27690" cy="10630"/>
            </a:xfrm>
            <a:custGeom>
              <a:avLst/>
              <a:gdLst/>
              <a:ahLst/>
              <a:cxnLst/>
              <a:rect l="l" t="t" r="r" b="b"/>
              <a:pathLst>
                <a:path w="870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703" y="333"/>
                  </a:lnTo>
                  <a:cubicBezTo>
                    <a:pt x="786" y="333"/>
                    <a:pt x="870" y="262"/>
                    <a:pt x="870" y="167"/>
                  </a:cubicBezTo>
                  <a:cubicBezTo>
                    <a:pt x="870" y="83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1" name="Google Shape;2831;p39"/>
            <p:cNvGrpSpPr/>
            <p:nvPr/>
          </p:nvGrpSpPr>
          <p:grpSpPr>
            <a:xfrm>
              <a:off x="1748582" y="3372635"/>
              <a:ext cx="333520" cy="335780"/>
              <a:chOff x="1748582" y="3372635"/>
              <a:chExt cx="333520" cy="335780"/>
            </a:xfrm>
          </p:grpSpPr>
          <p:sp>
            <p:nvSpPr>
              <p:cNvPr id="2832" name="Google Shape;2832;p39"/>
              <p:cNvSpPr/>
              <p:nvPr/>
            </p:nvSpPr>
            <p:spPr>
              <a:xfrm>
                <a:off x="1748582" y="3372635"/>
                <a:ext cx="308504" cy="33578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10550" extrusionOk="0">
                    <a:moveTo>
                      <a:pt x="8454" y="4215"/>
                    </a:moveTo>
                    <a:cubicBezTo>
                      <a:pt x="8978" y="4298"/>
                      <a:pt x="9359" y="4739"/>
                      <a:pt x="9359" y="5275"/>
                    </a:cubicBezTo>
                    <a:cubicBezTo>
                      <a:pt x="9359" y="5811"/>
                      <a:pt x="8978" y="6263"/>
                      <a:pt x="8454" y="6334"/>
                    </a:cubicBezTo>
                    <a:lnTo>
                      <a:pt x="8454" y="4215"/>
                    </a:lnTo>
                    <a:close/>
                    <a:moveTo>
                      <a:pt x="1251" y="4036"/>
                    </a:moveTo>
                    <a:lnTo>
                      <a:pt x="1251" y="6525"/>
                    </a:lnTo>
                    <a:lnTo>
                      <a:pt x="894" y="6525"/>
                    </a:lnTo>
                    <a:cubicBezTo>
                      <a:pt x="596" y="6525"/>
                      <a:pt x="358" y="6287"/>
                      <a:pt x="358" y="5989"/>
                    </a:cubicBezTo>
                    <a:lnTo>
                      <a:pt x="358" y="4572"/>
                    </a:lnTo>
                    <a:cubicBezTo>
                      <a:pt x="358" y="4275"/>
                      <a:pt x="596" y="4036"/>
                      <a:pt x="894" y="4036"/>
                    </a:cubicBezTo>
                    <a:close/>
                    <a:moveTo>
                      <a:pt x="2668" y="4025"/>
                    </a:moveTo>
                    <a:lnTo>
                      <a:pt x="2668" y="6525"/>
                    </a:lnTo>
                    <a:lnTo>
                      <a:pt x="1584" y="6525"/>
                    </a:lnTo>
                    <a:lnTo>
                      <a:pt x="1584" y="4025"/>
                    </a:lnTo>
                    <a:close/>
                    <a:moveTo>
                      <a:pt x="2846" y="7727"/>
                    </a:moveTo>
                    <a:lnTo>
                      <a:pt x="2846" y="8466"/>
                    </a:lnTo>
                    <a:lnTo>
                      <a:pt x="2537" y="8466"/>
                    </a:lnTo>
                    <a:lnTo>
                      <a:pt x="2727" y="7727"/>
                    </a:lnTo>
                    <a:close/>
                    <a:moveTo>
                      <a:pt x="2608" y="6834"/>
                    </a:moveTo>
                    <a:lnTo>
                      <a:pt x="2001" y="9156"/>
                    </a:lnTo>
                    <a:lnTo>
                      <a:pt x="1584" y="9156"/>
                    </a:lnTo>
                    <a:lnTo>
                      <a:pt x="1584" y="6834"/>
                    </a:lnTo>
                    <a:close/>
                    <a:moveTo>
                      <a:pt x="8133" y="357"/>
                    </a:moveTo>
                    <a:lnTo>
                      <a:pt x="8133" y="10228"/>
                    </a:lnTo>
                    <a:lnTo>
                      <a:pt x="7394" y="10228"/>
                    </a:lnTo>
                    <a:lnTo>
                      <a:pt x="7394" y="3251"/>
                    </a:lnTo>
                    <a:cubicBezTo>
                      <a:pt x="7394" y="3167"/>
                      <a:pt x="7323" y="3084"/>
                      <a:pt x="7240" y="3084"/>
                    </a:cubicBezTo>
                    <a:cubicBezTo>
                      <a:pt x="7144" y="3084"/>
                      <a:pt x="7073" y="3167"/>
                      <a:pt x="7073" y="3251"/>
                    </a:cubicBezTo>
                    <a:lnTo>
                      <a:pt x="7073" y="9144"/>
                    </a:lnTo>
                    <a:cubicBezTo>
                      <a:pt x="6859" y="8859"/>
                      <a:pt x="6549" y="8466"/>
                      <a:pt x="6132" y="8073"/>
                    </a:cubicBezTo>
                    <a:cubicBezTo>
                      <a:pt x="5668" y="7632"/>
                      <a:pt x="5192" y="7275"/>
                      <a:pt x="4704" y="7013"/>
                    </a:cubicBezTo>
                    <a:cubicBezTo>
                      <a:pt x="4132" y="6715"/>
                      <a:pt x="3561" y="6561"/>
                      <a:pt x="2989" y="6537"/>
                    </a:cubicBezTo>
                    <a:lnTo>
                      <a:pt x="2989" y="4036"/>
                    </a:lnTo>
                    <a:cubicBezTo>
                      <a:pt x="3572" y="4013"/>
                      <a:pt x="4132" y="3846"/>
                      <a:pt x="4704" y="3560"/>
                    </a:cubicBezTo>
                    <a:cubicBezTo>
                      <a:pt x="5192" y="3310"/>
                      <a:pt x="5668" y="2953"/>
                      <a:pt x="6132" y="2501"/>
                    </a:cubicBezTo>
                    <a:cubicBezTo>
                      <a:pt x="6537" y="2108"/>
                      <a:pt x="6847" y="1715"/>
                      <a:pt x="7073" y="1429"/>
                    </a:cubicBezTo>
                    <a:lnTo>
                      <a:pt x="7073" y="2489"/>
                    </a:lnTo>
                    <a:cubicBezTo>
                      <a:pt x="7073" y="2584"/>
                      <a:pt x="7144" y="2655"/>
                      <a:pt x="7240" y="2655"/>
                    </a:cubicBezTo>
                    <a:cubicBezTo>
                      <a:pt x="7323" y="2655"/>
                      <a:pt x="7394" y="2584"/>
                      <a:pt x="7394" y="2489"/>
                    </a:cubicBezTo>
                    <a:lnTo>
                      <a:pt x="7394" y="357"/>
                    </a:lnTo>
                    <a:close/>
                    <a:moveTo>
                      <a:pt x="7228" y="0"/>
                    </a:moveTo>
                    <a:cubicBezTo>
                      <a:pt x="7144" y="0"/>
                      <a:pt x="7073" y="84"/>
                      <a:pt x="7073" y="167"/>
                    </a:cubicBezTo>
                    <a:lnTo>
                      <a:pt x="7073" y="822"/>
                    </a:lnTo>
                    <a:cubicBezTo>
                      <a:pt x="6966" y="988"/>
                      <a:pt x="6549" y="1631"/>
                      <a:pt x="5906" y="2251"/>
                    </a:cubicBezTo>
                    <a:cubicBezTo>
                      <a:pt x="5227" y="2905"/>
                      <a:pt x="4132" y="3703"/>
                      <a:pt x="2822" y="3703"/>
                    </a:cubicBezTo>
                    <a:lnTo>
                      <a:pt x="882" y="3703"/>
                    </a:lnTo>
                    <a:cubicBezTo>
                      <a:pt x="405" y="3703"/>
                      <a:pt x="1" y="4084"/>
                      <a:pt x="1" y="4572"/>
                    </a:cubicBezTo>
                    <a:lnTo>
                      <a:pt x="1" y="5989"/>
                    </a:lnTo>
                    <a:cubicBezTo>
                      <a:pt x="1" y="6465"/>
                      <a:pt x="382" y="6870"/>
                      <a:pt x="882" y="6870"/>
                    </a:cubicBezTo>
                    <a:lnTo>
                      <a:pt x="1239" y="6870"/>
                    </a:lnTo>
                    <a:lnTo>
                      <a:pt x="1239" y="9359"/>
                    </a:lnTo>
                    <a:cubicBezTo>
                      <a:pt x="1239" y="9442"/>
                      <a:pt x="1310" y="9513"/>
                      <a:pt x="1394" y="9513"/>
                    </a:cubicBezTo>
                    <a:lnTo>
                      <a:pt x="2096" y="9513"/>
                    </a:lnTo>
                    <a:cubicBezTo>
                      <a:pt x="2168" y="9513"/>
                      <a:pt x="2227" y="9478"/>
                      <a:pt x="2263" y="9394"/>
                    </a:cubicBezTo>
                    <a:lnTo>
                      <a:pt x="2406" y="8823"/>
                    </a:lnTo>
                    <a:lnTo>
                      <a:pt x="2977" y="8823"/>
                    </a:lnTo>
                    <a:cubicBezTo>
                      <a:pt x="3061" y="8823"/>
                      <a:pt x="3144" y="8739"/>
                      <a:pt x="3144" y="8656"/>
                    </a:cubicBezTo>
                    <a:lnTo>
                      <a:pt x="3144" y="7573"/>
                    </a:lnTo>
                    <a:cubicBezTo>
                      <a:pt x="3144" y="7477"/>
                      <a:pt x="3061" y="7406"/>
                      <a:pt x="2977" y="7406"/>
                    </a:cubicBezTo>
                    <a:lnTo>
                      <a:pt x="2787" y="7406"/>
                    </a:lnTo>
                    <a:lnTo>
                      <a:pt x="2930" y="6858"/>
                    </a:lnTo>
                    <a:cubicBezTo>
                      <a:pt x="4180" y="6894"/>
                      <a:pt x="5227" y="7656"/>
                      <a:pt x="5882" y="8299"/>
                    </a:cubicBezTo>
                    <a:cubicBezTo>
                      <a:pt x="6537" y="8942"/>
                      <a:pt x="6954" y="9573"/>
                      <a:pt x="7037" y="9728"/>
                    </a:cubicBezTo>
                    <a:lnTo>
                      <a:pt x="7037" y="10383"/>
                    </a:lnTo>
                    <a:cubicBezTo>
                      <a:pt x="7037" y="10466"/>
                      <a:pt x="7109" y="10549"/>
                      <a:pt x="7204" y="10549"/>
                    </a:cubicBezTo>
                    <a:lnTo>
                      <a:pt x="8264" y="10549"/>
                    </a:lnTo>
                    <a:cubicBezTo>
                      <a:pt x="8347" y="10549"/>
                      <a:pt x="8430" y="10466"/>
                      <a:pt x="8430" y="10383"/>
                    </a:cubicBezTo>
                    <a:lnTo>
                      <a:pt x="8430" y="6656"/>
                    </a:lnTo>
                    <a:cubicBezTo>
                      <a:pt x="9121" y="6573"/>
                      <a:pt x="9657" y="5989"/>
                      <a:pt x="9657" y="5275"/>
                    </a:cubicBezTo>
                    <a:cubicBezTo>
                      <a:pt x="9692" y="4560"/>
                      <a:pt x="9168" y="3965"/>
                      <a:pt x="8454" y="3894"/>
                    </a:cubicBezTo>
                    <a:lnTo>
                      <a:pt x="8454" y="167"/>
                    </a:lnTo>
                    <a:cubicBezTo>
                      <a:pt x="8454" y="84"/>
                      <a:pt x="8383" y="0"/>
                      <a:pt x="82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3" name="Google Shape;2833;p39"/>
              <p:cNvSpPr/>
              <p:nvPr/>
            </p:nvSpPr>
            <p:spPr>
              <a:xfrm>
                <a:off x="2057054" y="3472000"/>
                <a:ext cx="25048" cy="22311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01" extrusionOk="0">
                    <a:moveTo>
                      <a:pt x="600" y="1"/>
                    </a:moveTo>
                    <a:cubicBezTo>
                      <a:pt x="557" y="1"/>
                      <a:pt x="512" y="16"/>
                      <a:pt x="477" y="45"/>
                    </a:cubicBezTo>
                    <a:lnTo>
                      <a:pt x="107" y="414"/>
                    </a:lnTo>
                    <a:cubicBezTo>
                      <a:pt x="0" y="522"/>
                      <a:pt x="72" y="700"/>
                      <a:pt x="227" y="700"/>
                    </a:cubicBezTo>
                    <a:cubicBezTo>
                      <a:pt x="262" y="700"/>
                      <a:pt x="310" y="676"/>
                      <a:pt x="346" y="653"/>
                    </a:cubicBezTo>
                    <a:lnTo>
                      <a:pt x="715" y="283"/>
                    </a:lnTo>
                    <a:cubicBezTo>
                      <a:pt x="786" y="200"/>
                      <a:pt x="786" y="105"/>
                      <a:pt x="715" y="45"/>
                    </a:cubicBezTo>
                    <a:cubicBezTo>
                      <a:pt x="685" y="16"/>
                      <a:pt x="643" y="1"/>
                      <a:pt x="6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4" name="Google Shape;2834;p39"/>
              <p:cNvSpPr/>
              <p:nvPr/>
            </p:nvSpPr>
            <p:spPr>
              <a:xfrm>
                <a:off x="2058550" y="3586834"/>
                <a:ext cx="23552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11" extrusionOk="0">
                    <a:moveTo>
                      <a:pt x="184" y="0"/>
                    </a:moveTo>
                    <a:cubicBezTo>
                      <a:pt x="141" y="0"/>
                      <a:pt x="96" y="15"/>
                      <a:pt x="60" y="45"/>
                    </a:cubicBezTo>
                    <a:cubicBezTo>
                      <a:pt x="1" y="104"/>
                      <a:pt x="1" y="212"/>
                      <a:pt x="60" y="283"/>
                    </a:cubicBezTo>
                    <a:lnTo>
                      <a:pt x="430" y="664"/>
                    </a:lnTo>
                    <a:cubicBezTo>
                      <a:pt x="461" y="696"/>
                      <a:pt x="500" y="711"/>
                      <a:pt x="538" y="711"/>
                    </a:cubicBezTo>
                    <a:cubicBezTo>
                      <a:pt x="586" y="711"/>
                      <a:pt x="634" y="687"/>
                      <a:pt x="668" y="640"/>
                    </a:cubicBezTo>
                    <a:cubicBezTo>
                      <a:pt x="739" y="581"/>
                      <a:pt x="727" y="485"/>
                      <a:pt x="668" y="426"/>
                    </a:cubicBez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35" name="Google Shape;2835;p39"/>
          <p:cNvGrpSpPr/>
          <p:nvPr/>
        </p:nvGrpSpPr>
        <p:grpSpPr>
          <a:xfrm>
            <a:off x="5292143" y="1619533"/>
            <a:ext cx="334668" cy="336451"/>
            <a:chOff x="3095745" y="3805393"/>
            <a:chExt cx="352840" cy="354718"/>
          </a:xfrm>
        </p:grpSpPr>
        <p:sp>
          <p:nvSpPr>
            <p:cNvPr id="2836" name="Google Shape;2836;p39"/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39"/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39"/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39"/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39"/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39"/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2" name="Google Shape;2842;p39"/>
          <p:cNvGrpSpPr/>
          <p:nvPr/>
        </p:nvGrpSpPr>
        <p:grpSpPr>
          <a:xfrm>
            <a:off x="1716328" y="1629432"/>
            <a:ext cx="334675" cy="335029"/>
            <a:chOff x="7538896" y="1970156"/>
            <a:chExt cx="361147" cy="361529"/>
          </a:xfrm>
        </p:grpSpPr>
        <p:sp>
          <p:nvSpPr>
            <p:cNvPr id="2843" name="Google Shape;2843;p39"/>
            <p:cNvSpPr/>
            <p:nvPr/>
          </p:nvSpPr>
          <p:spPr>
            <a:xfrm>
              <a:off x="7538896" y="1970156"/>
              <a:ext cx="361147" cy="361529"/>
            </a:xfrm>
            <a:custGeom>
              <a:avLst/>
              <a:gdLst/>
              <a:ahLst/>
              <a:cxnLst/>
              <a:rect l="l" t="t" r="r" b="b"/>
              <a:pathLst>
                <a:path w="11347" h="11359" extrusionOk="0">
                  <a:moveTo>
                    <a:pt x="8918" y="584"/>
                  </a:moveTo>
                  <a:lnTo>
                    <a:pt x="9477" y="1155"/>
                  </a:lnTo>
                  <a:lnTo>
                    <a:pt x="9632" y="1298"/>
                  </a:lnTo>
                  <a:lnTo>
                    <a:pt x="10239" y="1905"/>
                  </a:lnTo>
                  <a:lnTo>
                    <a:pt x="10704" y="2370"/>
                  </a:lnTo>
                  <a:lnTo>
                    <a:pt x="8918" y="2370"/>
                  </a:lnTo>
                  <a:lnTo>
                    <a:pt x="8918" y="584"/>
                  </a:lnTo>
                  <a:close/>
                  <a:moveTo>
                    <a:pt x="2631" y="4644"/>
                  </a:moveTo>
                  <a:cubicBezTo>
                    <a:pt x="3322" y="4644"/>
                    <a:pt x="3882" y="5215"/>
                    <a:pt x="3882" y="5894"/>
                  </a:cubicBezTo>
                  <a:lnTo>
                    <a:pt x="3882" y="6192"/>
                  </a:lnTo>
                  <a:lnTo>
                    <a:pt x="3810" y="6192"/>
                  </a:lnTo>
                  <a:cubicBezTo>
                    <a:pt x="3429" y="6108"/>
                    <a:pt x="3310" y="5596"/>
                    <a:pt x="3286" y="5596"/>
                  </a:cubicBezTo>
                  <a:cubicBezTo>
                    <a:pt x="3274" y="5525"/>
                    <a:pt x="3215" y="5477"/>
                    <a:pt x="3155" y="5465"/>
                  </a:cubicBezTo>
                  <a:cubicBezTo>
                    <a:pt x="3143" y="5463"/>
                    <a:pt x="3132" y="5462"/>
                    <a:pt x="3121" y="5462"/>
                  </a:cubicBezTo>
                  <a:cubicBezTo>
                    <a:pt x="3064" y="5462"/>
                    <a:pt x="3016" y="5487"/>
                    <a:pt x="2977" y="5537"/>
                  </a:cubicBezTo>
                  <a:cubicBezTo>
                    <a:pt x="2477" y="6156"/>
                    <a:pt x="1429" y="6156"/>
                    <a:pt x="1417" y="6156"/>
                  </a:cubicBezTo>
                  <a:lnTo>
                    <a:pt x="1298" y="6156"/>
                  </a:lnTo>
                  <a:lnTo>
                    <a:pt x="1286" y="6168"/>
                  </a:lnTo>
                  <a:lnTo>
                    <a:pt x="1262" y="6180"/>
                  </a:lnTo>
                  <a:lnTo>
                    <a:pt x="1262" y="5894"/>
                  </a:lnTo>
                  <a:cubicBezTo>
                    <a:pt x="1262" y="5215"/>
                    <a:pt x="1834" y="4644"/>
                    <a:pt x="2512" y="4644"/>
                  </a:cubicBezTo>
                  <a:close/>
                  <a:moveTo>
                    <a:pt x="1238" y="6644"/>
                  </a:moveTo>
                  <a:lnTo>
                    <a:pt x="1238" y="7192"/>
                  </a:lnTo>
                  <a:cubicBezTo>
                    <a:pt x="1107" y="7180"/>
                    <a:pt x="1000" y="7061"/>
                    <a:pt x="1000" y="6930"/>
                  </a:cubicBezTo>
                  <a:cubicBezTo>
                    <a:pt x="1000" y="6846"/>
                    <a:pt x="1024" y="6775"/>
                    <a:pt x="1084" y="6715"/>
                  </a:cubicBezTo>
                  <a:cubicBezTo>
                    <a:pt x="1143" y="6715"/>
                    <a:pt x="1191" y="6692"/>
                    <a:pt x="1226" y="6644"/>
                  </a:cubicBezTo>
                  <a:close/>
                  <a:moveTo>
                    <a:pt x="3929" y="6656"/>
                  </a:moveTo>
                  <a:cubicBezTo>
                    <a:pt x="3965" y="6680"/>
                    <a:pt x="4001" y="6715"/>
                    <a:pt x="4048" y="6715"/>
                  </a:cubicBezTo>
                  <a:cubicBezTo>
                    <a:pt x="4108" y="6763"/>
                    <a:pt x="4132" y="6835"/>
                    <a:pt x="4132" y="6918"/>
                  </a:cubicBezTo>
                  <a:cubicBezTo>
                    <a:pt x="4155" y="7061"/>
                    <a:pt x="4048" y="7180"/>
                    <a:pt x="3917" y="7192"/>
                  </a:cubicBezTo>
                  <a:lnTo>
                    <a:pt x="3917" y="6656"/>
                  </a:lnTo>
                  <a:close/>
                  <a:moveTo>
                    <a:pt x="3036" y="5942"/>
                  </a:moveTo>
                  <a:cubicBezTo>
                    <a:pt x="3120" y="6132"/>
                    <a:pt x="3286" y="6358"/>
                    <a:pt x="3572" y="6465"/>
                  </a:cubicBezTo>
                  <a:lnTo>
                    <a:pt x="3572" y="7227"/>
                  </a:lnTo>
                  <a:cubicBezTo>
                    <a:pt x="3560" y="7704"/>
                    <a:pt x="3167" y="8085"/>
                    <a:pt x="2691" y="8085"/>
                  </a:cubicBezTo>
                  <a:lnTo>
                    <a:pt x="2477" y="8085"/>
                  </a:lnTo>
                  <a:cubicBezTo>
                    <a:pt x="2000" y="8085"/>
                    <a:pt x="1607" y="7692"/>
                    <a:pt x="1607" y="7227"/>
                  </a:cubicBezTo>
                  <a:lnTo>
                    <a:pt x="1607" y="6501"/>
                  </a:lnTo>
                  <a:cubicBezTo>
                    <a:pt x="1917" y="6477"/>
                    <a:pt x="2572" y="6370"/>
                    <a:pt x="3036" y="5942"/>
                  </a:cubicBezTo>
                  <a:close/>
                  <a:moveTo>
                    <a:pt x="2917" y="8418"/>
                  </a:moveTo>
                  <a:lnTo>
                    <a:pt x="2917" y="8656"/>
                  </a:lnTo>
                  <a:lnTo>
                    <a:pt x="2917" y="8668"/>
                  </a:lnTo>
                  <a:lnTo>
                    <a:pt x="2572" y="9025"/>
                  </a:lnTo>
                  <a:lnTo>
                    <a:pt x="2250" y="8692"/>
                  </a:lnTo>
                  <a:lnTo>
                    <a:pt x="2250" y="8418"/>
                  </a:lnTo>
                  <a:cubicBezTo>
                    <a:pt x="2322" y="8430"/>
                    <a:pt x="2393" y="8430"/>
                    <a:pt x="2477" y="8430"/>
                  </a:cubicBezTo>
                  <a:lnTo>
                    <a:pt x="2691" y="8430"/>
                  </a:lnTo>
                  <a:cubicBezTo>
                    <a:pt x="2774" y="8430"/>
                    <a:pt x="2846" y="8418"/>
                    <a:pt x="2917" y="8418"/>
                  </a:cubicBezTo>
                  <a:close/>
                  <a:moveTo>
                    <a:pt x="8561" y="346"/>
                  </a:moveTo>
                  <a:lnTo>
                    <a:pt x="8561" y="2560"/>
                  </a:lnTo>
                  <a:cubicBezTo>
                    <a:pt x="8561" y="2667"/>
                    <a:pt x="8632" y="2739"/>
                    <a:pt x="8739" y="2739"/>
                  </a:cubicBezTo>
                  <a:lnTo>
                    <a:pt x="10954" y="2739"/>
                  </a:lnTo>
                  <a:lnTo>
                    <a:pt x="10954" y="10954"/>
                  </a:lnTo>
                  <a:lnTo>
                    <a:pt x="5167" y="10954"/>
                  </a:lnTo>
                  <a:lnTo>
                    <a:pt x="5167" y="10263"/>
                  </a:lnTo>
                  <a:cubicBezTo>
                    <a:pt x="5167" y="9454"/>
                    <a:pt x="4608" y="9049"/>
                    <a:pt x="4310" y="8954"/>
                  </a:cubicBezTo>
                  <a:lnTo>
                    <a:pt x="3274" y="8537"/>
                  </a:lnTo>
                  <a:lnTo>
                    <a:pt x="3274" y="8311"/>
                  </a:lnTo>
                  <a:cubicBezTo>
                    <a:pt x="3560" y="8156"/>
                    <a:pt x="3786" y="7894"/>
                    <a:pt x="3870" y="7561"/>
                  </a:cubicBezTo>
                  <a:cubicBezTo>
                    <a:pt x="4215" y="7561"/>
                    <a:pt x="4489" y="7287"/>
                    <a:pt x="4489" y="6930"/>
                  </a:cubicBezTo>
                  <a:cubicBezTo>
                    <a:pt x="4489" y="6715"/>
                    <a:pt x="4394" y="6525"/>
                    <a:pt x="4239" y="6418"/>
                  </a:cubicBezTo>
                  <a:lnTo>
                    <a:pt x="4239" y="5942"/>
                  </a:lnTo>
                  <a:cubicBezTo>
                    <a:pt x="4239" y="5108"/>
                    <a:pt x="3620" y="4429"/>
                    <a:pt x="2810" y="4346"/>
                  </a:cubicBezTo>
                  <a:lnTo>
                    <a:pt x="2810" y="346"/>
                  </a:lnTo>
                  <a:close/>
                  <a:moveTo>
                    <a:pt x="2679" y="0"/>
                  </a:moveTo>
                  <a:cubicBezTo>
                    <a:pt x="2572" y="0"/>
                    <a:pt x="2500" y="72"/>
                    <a:pt x="2500" y="179"/>
                  </a:cubicBezTo>
                  <a:lnTo>
                    <a:pt x="2500" y="4358"/>
                  </a:lnTo>
                  <a:cubicBezTo>
                    <a:pt x="1643" y="4394"/>
                    <a:pt x="953" y="5108"/>
                    <a:pt x="953" y="5965"/>
                  </a:cubicBezTo>
                  <a:lnTo>
                    <a:pt x="953" y="6442"/>
                  </a:lnTo>
                  <a:cubicBezTo>
                    <a:pt x="786" y="6561"/>
                    <a:pt x="691" y="6739"/>
                    <a:pt x="691" y="6954"/>
                  </a:cubicBezTo>
                  <a:cubicBezTo>
                    <a:pt x="691" y="7299"/>
                    <a:pt x="965" y="7597"/>
                    <a:pt x="1322" y="7597"/>
                  </a:cubicBezTo>
                  <a:cubicBezTo>
                    <a:pt x="1417" y="7918"/>
                    <a:pt x="1643" y="8192"/>
                    <a:pt x="1917" y="8335"/>
                  </a:cubicBezTo>
                  <a:lnTo>
                    <a:pt x="1917" y="8561"/>
                  </a:lnTo>
                  <a:lnTo>
                    <a:pt x="845" y="8978"/>
                  </a:lnTo>
                  <a:cubicBezTo>
                    <a:pt x="548" y="9085"/>
                    <a:pt x="0" y="9478"/>
                    <a:pt x="0" y="10287"/>
                  </a:cubicBezTo>
                  <a:lnTo>
                    <a:pt x="0" y="11180"/>
                  </a:lnTo>
                  <a:cubicBezTo>
                    <a:pt x="0" y="11287"/>
                    <a:pt x="72" y="11359"/>
                    <a:pt x="179" y="11359"/>
                  </a:cubicBezTo>
                  <a:lnTo>
                    <a:pt x="965" y="11359"/>
                  </a:lnTo>
                  <a:cubicBezTo>
                    <a:pt x="1072" y="11359"/>
                    <a:pt x="1143" y="11287"/>
                    <a:pt x="1143" y="11180"/>
                  </a:cubicBezTo>
                  <a:cubicBezTo>
                    <a:pt x="1143" y="11073"/>
                    <a:pt x="1072" y="11002"/>
                    <a:pt x="965" y="11002"/>
                  </a:cubicBezTo>
                  <a:lnTo>
                    <a:pt x="357" y="11002"/>
                  </a:lnTo>
                  <a:lnTo>
                    <a:pt x="357" y="10263"/>
                  </a:lnTo>
                  <a:cubicBezTo>
                    <a:pt x="357" y="9513"/>
                    <a:pt x="941" y="9287"/>
                    <a:pt x="965" y="9287"/>
                  </a:cubicBezTo>
                  <a:lnTo>
                    <a:pt x="988" y="9287"/>
                  </a:lnTo>
                  <a:lnTo>
                    <a:pt x="1965" y="8906"/>
                  </a:lnTo>
                  <a:lnTo>
                    <a:pt x="1977" y="8918"/>
                  </a:lnTo>
                  <a:lnTo>
                    <a:pt x="2500" y="9430"/>
                  </a:lnTo>
                  <a:cubicBezTo>
                    <a:pt x="2536" y="9454"/>
                    <a:pt x="2572" y="9466"/>
                    <a:pt x="2619" y="9466"/>
                  </a:cubicBezTo>
                  <a:cubicBezTo>
                    <a:pt x="2667" y="9466"/>
                    <a:pt x="2715" y="9454"/>
                    <a:pt x="2739" y="9406"/>
                  </a:cubicBezTo>
                  <a:lnTo>
                    <a:pt x="3251" y="8894"/>
                  </a:lnTo>
                  <a:lnTo>
                    <a:pt x="4227" y="9275"/>
                  </a:lnTo>
                  <a:lnTo>
                    <a:pt x="4239" y="9275"/>
                  </a:lnTo>
                  <a:cubicBezTo>
                    <a:pt x="4239" y="9275"/>
                    <a:pt x="4858" y="9490"/>
                    <a:pt x="4858" y="10240"/>
                  </a:cubicBezTo>
                  <a:lnTo>
                    <a:pt x="4858" y="10954"/>
                  </a:lnTo>
                  <a:lnTo>
                    <a:pt x="1607" y="10954"/>
                  </a:lnTo>
                  <a:cubicBezTo>
                    <a:pt x="1500" y="10954"/>
                    <a:pt x="1429" y="11037"/>
                    <a:pt x="1429" y="11133"/>
                  </a:cubicBezTo>
                  <a:cubicBezTo>
                    <a:pt x="1429" y="11240"/>
                    <a:pt x="1500" y="11311"/>
                    <a:pt x="1607" y="11311"/>
                  </a:cubicBezTo>
                  <a:lnTo>
                    <a:pt x="11168" y="11311"/>
                  </a:lnTo>
                  <a:cubicBezTo>
                    <a:pt x="11263" y="11311"/>
                    <a:pt x="11347" y="11240"/>
                    <a:pt x="11347" y="11133"/>
                  </a:cubicBezTo>
                  <a:lnTo>
                    <a:pt x="11311" y="2536"/>
                  </a:lnTo>
                  <a:lnTo>
                    <a:pt x="11311" y="2501"/>
                  </a:lnTo>
                  <a:lnTo>
                    <a:pt x="11311" y="2489"/>
                  </a:lnTo>
                  <a:cubicBezTo>
                    <a:pt x="11311" y="2489"/>
                    <a:pt x="11311" y="2477"/>
                    <a:pt x="11299" y="2477"/>
                  </a:cubicBezTo>
                  <a:lnTo>
                    <a:pt x="11287" y="2465"/>
                  </a:lnTo>
                  <a:lnTo>
                    <a:pt x="11263" y="2441"/>
                  </a:lnTo>
                  <a:lnTo>
                    <a:pt x="9882" y="1060"/>
                  </a:lnTo>
                  <a:lnTo>
                    <a:pt x="8870" y="48"/>
                  </a:lnTo>
                  <a:lnTo>
                    <a:pt x="8858" y="36"/>
                  </a:lnTo>
                  <a:lnTo>
                    <a:pt x="8846" y="12"/>
                  </a:lnTo>
                  <a:cubicBezTo>
                    <a:pt x="8846" y="12"/>
                    <a:pt x="8823" y="12"/>
                    <a:pt x="88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39"/>
            <p:cNvSpPr/>
            <p:nvPr/>
          </p:nvSpPr>
          <p:spPr>
            <a:xfrm>
              <a:off x="7685907" y="2066784"/>
              <a:ext cx="101211" cy="11394"/>
            </a:xfrm>
            <a:custGeom>
              <a:avLst/>
              <a:gdLst/>
              <a:ahLst/>
              <a:cxnLst/>
              <a:rect l="l" t="t" r="r" b="b"/>
              <a:pathLst>
                <a:path w="3180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3001" y="358"/>
                  </a:lnTo>
                  <a:cubicBezTo>
                    <a:pt x="3108" y="358"/>
                    <a:pt x="3180" y="286"/>
                    <a:pt x="3180" y="179"/>
                  </a:cubicBezTo>
                  <a:cubicBezTo>
                    <a:pt x="3180" y="84"/>
                    <a:pt x="3108" y="0"/>
                    <a:pt x="3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39"/>
            <p:cNvSpPr/>
            <p:nvPr/>
          </p:nvSpPr>
          <p:spPr>
            <a:xfrm>
              <a:off x="7685907" y="2106187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72"/>
                    <a:pt x="4549" y="1"/>
                    <a:pt x="4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39"/>
            <p:cNvSpPr/>
            <p:nvPr/>
          </p:nvSpPr>
          <p:spPr>
            <a:xfrm>
              <a:off x="7685907" y="2145239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57"/>
                    <a:pt x="179" y="357"/>
                  </a:cubicBezTo>
                  <a:lnTo>
                    <a:pt x="4442" y="357"/>
                  </a:lnTo>
                  <a:cubicBezTo>
                    <a:pt x="4549" y="357"/>
                    <a:pt x="4620" y="274"/>
                    <a:pt x="4620" y="179"/>
                  </a:cubicBezTo>
                  <a:cubicBezTo>
                    <a:pt x="4620" y="83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39"/>
            <p:cNvSpPr/>
            <p:nvPr/>
          </p:nvSpPr>
          <p:spPr>
            <a:xfrm>
              <a:off x="7685907" y="218426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39"/>
            <p:cNvSpPr/>
            <p:nvPr/>
          </p:nvSpPr>
          <p:spPr>
            <a:xfrm>
              <a:off x="7685907" y="222328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1"/>
                    <a:pt x="4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9" name="Google Shape;2849;p39"/>
          <p:cNvGrpSpPr/>
          <p:nvPr/>
        </p:nvGrpSpPr>
        <p:grpSpPr>
          <a:xfrm>
            <a:off x="7093335" y="3721408"/>
            <a:ext cx="334666" cy="334601"/>
            <a:chOff x="7976174" y="2925108"/>
            <a:chExt cx="334666" cy="334634"/>
          </a:xfrm>
        </p:grpSpPr>
        <p:sp>
          <p:nvSpPr>
            <p:cNvPr id="2850" name="Google Shape;2850;p39"/>
            <p:cNvSpPr/>
            <p:nvPr/>
          </p:nvSpPr>
          <p:spPr>
            <a:xfrm>
              <a:off x="8003100" y="3064545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86"/>
                  </a:lnTo>
                  <a:cubicBezTo>
                    <a:pt x="0" y="370"/>
                    <a:pt x="72" y="441"/>
                    <a:pt x="167" y="441"/>
                  </a:cubicBezTo>
                  <a:cubicBezTo>
                    <a:pt x="250" y="441"/>
                    <a:pt x="322" y="370"/>
                    <a:pt x="322" y="286"/>
                  </a:cubicBezTo>
                  <a:lnTo>
                    <a:pt x="322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39"/>
            <p:cNvSpPr/>
            <p:nvPr/>
          </p:nvSpPr>
          <p:spPr>
            <a:xfrm>
              <a:off x="8003100" y="3046371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286"/>
                  </a:lnTo>
                  <a:cubicBezTo>
                    <a:pt x="0" y="369"/>
                    <a:pt x="72" y="452"/>
                    <a:pt x="167" y="452"/>
                  </a:cubicBezTo>
                  <a:cubicBezTo>
                    <a:pt x="250" y="452"/>
                    <a:pt x="322" y="369"/>
                    <a:pt x="322" y="286"/>
                  </a:cubicBezTo>
                  <a:lnTo>
                    <a:pt x="322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8272519" y="3105093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70"/>
                    <a:pt x="84" y="453"/>
                    <a:pt x="167" y="453"/>
                  </a:cubicBezTo>
                  <a:cubicBezTo>
                    <a:pt x="263" y="453"/>
                    <a:pt x="334" y="370"/>
                    <a:pt x="334" y="28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8272519" y="3123266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287"/>
                  </a:lnTo>
                  <a:cubicBezTo>
                    <a:pt x="1" y="370"/>
                    <a:pt x="84" y="442"/>
                    <a:pt x="167" y="442"/>
                  </a:cubicBezTo>
                  <a:cubicBezTo>
                    <a:pt x="263" y="442"/>
                    <a:pt x="334" y="370"/>
                    <a:pt x="334" y="287"/>
                  </a:cubicBezTo>
                  <a:lnTo>
                    <a:pt x="334" y="168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7976174" y="2925108"/>
              <a:ext cx="334666" cy="334634"/>
            </a:xfrm>
            <a:custGeom>
              <a:avLst/>
              <a:gdLst/>
              <a:ahLst/>
              <a:cxnLst/>
              <a:rect l="l" t="t" r="r" b="b"/>
              <a:pathLst>
                <a:path w="10515" h="10514" extrusionOk="0">
                  <a:moveTo>
                    <a:pt x="5109" y="655"/>
                  </a:moveTo>
                  <a:lnTo>
                    <a:pt x="5109" y="2762"/>
                  </a:lnTo>
                  <a:lnTo>
                    <a:pt x="4704" y="2762"/>
                  </a:lnTo>
                  <a:lnTo>
                    <a:pt x="4704" y="655"/>
                  </a:lnTo>
                  <a:close/>
                  <a:moveTo>
                    <a:pt x="7549" y="655"/>
                  </a:moveTo>
                  <a:lnTo>
                    <a:pt x="7549" y="738"/>
                  </a:lnTo>
                  <a:lnTo>
                    <a:pt x="7549" y="750"/>
                  </a:lnTo>
                  <a:lnTo>
                    <a:pt x="7549" y="1584"/>
                  </a:lnTo>
                  <a:lnTo>
                    <a:pt x="7549" y="1774"/>
                  </a:lnTo>
                  <a:cubicBezTo>
                    <a:pt x="7442" y="1667"/>
                    <a:pt x="7311" y="1572"/>
                    <a:pt x="7157" y="1536"/>
                  </a:cubicBezTo>
                  <a:cubicBezTo>
                    <a:pt x="7122" y="1527"/>
                    <a:pt x="7085" y="1523"/>
                    <a:pt x="7048" y="1523"/>
                  </a:cubicBezTo>
                  <a:cubicBezTo>
                    <a:pt x="6935" y="1523"/>
                    <a:pt x="6818" y="1565"/>
                    <a:pt x="6728" y="1655"/>
                  </a:cubicBezTo>
                  <a:cubicBezTo>
                    <a:pt x="6716" y="1667"/>
                    <a:pt x="6371" y="1965"/>
                    <a:pt x="6811" y="2584"/>
                  </a:cubicBezTo>
                  <a:cubicBezTo>
                    <a:pt x="6859" y="2643"/>
                    <a:pt x="6907" y="2691"/>
                    <a:pt x="6918" y="2762"/>
                  </a:cubicBezTo>
                  <a:lnTo>
                    <a:pt x="5430" y="2762"/>
                  </a:lnTo>
                  <a:lnTo>
                    <a:pt x="5430" y="655"/>
                  </a:lnTo>
                  <a:close/>
                  <a:moveTo>
                    <a:pt x="2359" y="523"/>
                  </a:moveTo>
                  <a:cubicBezTo>
                    <a:pt x="2823" y="523"/>
                    <a:pt x="3485" y="630"/>
                    <a:pt x="3620" y="833"/>
                  </a:cubicBezTo>
                  <a:cubicBezTo>
                    <a:pt x="3644" y="881"/>
                    <a:pt x="3704" y="917"/>
                    <a:pt x="3763" y="917"/>
                  </a:cubicBezTo>
                  <a:lnTo>
                    <a:pt x="4359" y="917"/>
                  </a:lnTo>
                  <a:lnTo>
                    <a:pt x="4359" y="2500"/>
                  </a:lnTo>
                  <a:lnTo>
                    <a:pt x="3954" y="2500"/>
                  </a:lnTo>
                  <a:cubicBezTo>
                    <a:pt x="3894" y="2500"/>
                    <a:pt x="3847" y="2536"/>
                    <a:pt x="3823" y="2560"/>
                  </a:cubicBezTo>
                  <a:cubicBezTo>
                    <a:pt x="3466" y="3024"/>
                    <a:pt x="3275" y="3072"/>
                    <a:pt x="3037" y="3119"/>
                  </a:cubicBezTo>
                  <a:cubicBezTo>
                    <a:pt x="2858" y="3143"/>
                    <a:pt x="2644" y="3191"/>
                    <a:pt x="2358" y="3381"/>
                  </a:cubicBezTo>
                  <a:cubicBezTo>
                    <a:pt x="2174" y="3515"/>
                    <a:pt x="2037" y="3549"/>
                    <a:pt x="1955" y="3549"/>
                  </a:cubicBezTo>
                  <a:cubicBezTo>
                    <a:pt x="1921" y="3549"/>
                    <a:pt x="1896" y="3543"/>
                    <a:pt x="1882" y="3536"/>
                  </a:cubicBezTo>
                  <a:cubicBezTo>
                    <a:pt x="1846" y="3477"/>
                    <a:pt x="1846" y="3417"/>
                    <a:pt x="1846" y="3381"/>
                  </a:cubicBezTo>
                  <a:cubicBezTo>
                    <a:pt x="1882" y="3203"/>
                    <a:pt x="2168" y="3000"/>
                    <a:pt x="2346" y="2905"/>
                  </a:cubicBezTo>
                  <a:cubicBezTo>
                    <a:pt x="2442" y="2858"/>
                    <a:pt x="2466" y="2762"/>
                    <a:pt x="2430" y="2679"/>
                  </a:cubicBezTo>
                  <a:cubicBezTo>
                    <a:pt x="2394" y="2619"/>
                    <a:pt x="2335" y="2596"/>
                    <a:pt x="2263" y="2596"/>
                  </a:cubicBezTo>
                  <a:lnTo>
                    <a:pt x="715" y="2596"/>
                  </a:lnTo>
                  <a:cubicBezTo>
                    <a:pt x="644" y="2596"/>
                    <a:pt x="584" y="2536"/>
                    <a:pt x="584" y="2465"/>
                  </a:cubicBezTo>
                  <a:lnTo>
                    <a:pt x="584" y="2441"/>
                  </a:lnTo>
                  <a:cubicBezTo>
                    <a:pt x="584" y="2369"/>
                    <a:pt x="644" y="2310"/>
                    <a:pt x="715" y="2310"/>
                  </a:cubicBezTo>
                  <a:lnTo>
                    <a:pt x="2132" y="2310"/>
                  </a:lnTo>
                  <a:cubicBezTo>
                    <a:pt x="2215" y="2310"/>
                    <a:pt x="2287" y="2238"/>
                    <a:pt x="2287" y="2143"/>
                  </a:cubicBezTo>
                  <a:cubicBezTo>
                    <a:pt x="2287" y="2060"/>
                    <a:pt x="2215" y="1988"/>
                    <a:pt x="2132" y="1988"/>
                  </a:cubicBezTo>
                  <a:lnTo>
                    <a:pt x="715" y="1988"/>
                  </a:lnTo>
                  <a:lnTo>
                    <a:pt x="441" y="2012"/>
                  </a:lnTo>
                  <a:cubicBezTo>
                    <a:pt x="370" y="2012"/>
                    <a:pt x="310" y="1953"/>
                    <a:pt x="310" y="1881"/>
                  </a:cubicBezTo>
                  <a:lnTo>
                    <a:pt x="310" y="1869"/>
                  </a:lnTo>
                  <a:cubicBezTo>
                    <a:pt x="310" y="1786"/>
                    <a:pt x="370" y="1726"/>
                    <a:pt x="441" y="1726"/>
                  </a:cubicBezTo>
                  <a:lnTo>
                    <a:pt x="2156" y="1726"/>
                  </a:lnTo>
                  <a:cubicBezTo>
                    <a:pt x="2251" y="1726"/>
                    <a:pt x="2323" y="1655"/>
                    <a:pt x="2323" y="1572"/>
                  </a:cubicBezTo>
                  <a:cubicBezTo>
                    <a:pt x="2323" y="1476"/>
                    <a:pt x="2251" y="1405"/>
                    <a:pt x="2156" y="1405"/>
                  </a:cubicBezTo>
                  <a:lnTo>
                    <a:pt x="691" y="1405"/>
                  </a:lnTo>
                  <a:cubicBezTo>
                    <a:pt x="632" y="1393"/>
                    <a:pt x="596" y="1345"/>
                    <a:pt x="596" y="1286"/>
                  </a:cubicBezTo>
                  <a:lnTo>
                    <a:pt x="596" y="1274"/>
                  </a:lnTo>
                  <a:cubicBezTo>
                    <a:pt x="596" y="1191"/>
                    <a:pt x="656" y="1131"/>
                    <a:pt x="727" y="1131"/>
                  </a:cubicBezTo>
                  <a:lnTo>
                    <a:pt x="2156" y="1131"/>
                  </a:lnTo>
                  <a:cubicBezTo>
                    <a:pt x="2239" y="1131"/>
                    <a:pt x="2323" y="1060"/>
                    <a:pt x="2323" y="976"/>
                  </a:cubicBezTo>
                  <a:cubicBezTo>
                    <a:pt x="2323" y="881"/>
                    <a:pt x="2239" y="810"/>
                    <a:pt x="2156" y="810"/>
                  </a:cubicBezTo>
                  <a:lnTo>
                    <a:pt x="1442" y="810"/>
                  </a:lnTo>
                  <a:cubicBezTo>
                    <a:pt x="1370" y="810"/>
                    <a:pt x="1311" y="750"/>
                    <a:pt x="1311" y="679"/>
                  </a:cubicBezTo>
                  <a:lnTo>
                    <a:pt x="1311" y="655"/>
                  </a:lnTo>
                  <a:cubicBezTo>
                    <a:pt x="1311" y="583"/>
                    <a:pt x="1370" y="524"/>
                    <a:pt x="1442" y="524"/>
                  </a:cubicBezTo>
                  <a:lnTo>
                    <a:pt x="2287" y="524"/>
                  </a:lnTo>
                  <a:cubicBezTo>
                    <a:pt x="2310" y="523"/>
                    <a:pt x="2334" y="523"/>
                    <a:pt x="2359" y="523"/>
                  </a:cubicBezTo>
                  <a:close/>
                  <a:moveTo>
                    <a:pt x="8633" y="310"/>
                  </a:moveTo>
                  <a:cubicBezTo>
                    <a:pt x="8704" y="310"/>
                    <a:pt x="8764" y="369"/>
                    <a:pt x="8764" y="452"/>
                  </a:cubicBezTo>
                  <a:lnTo>
                    <a:pt x="8764" y="691"/>
                  </a:lnTo>
                  <a:lnTo>
                    <a:pt x="8764" y="726"/>
                  </a:lnTo>
                  <a:lnTo>
                    <a:pt x="8764" y="1107"/>
                  </a:lnTo>
                  <a:lnTo>
                    <a:pt x="8764" y="1131"/>
                  </a:lnTo>
                  <a:lnTo>
                    <a:pt x="8764" y="2155"/>
                  </a:lnTo>
                  <a:cubicBezTo>
                    <a:pt x="8764" y="2250"/>
                    <a:pt x="8835" y="2322"/>
                    <a:pt x="8931" y="2322"/>
                  </a:cubicBezTo>
                  <a:cubicBezTo>
                    <a:pt x="9014" y="2322"/>
                    <a:pt x="9085" y="2250"/>
                    <a:pt x="9085" y="2155"/>
                  </a:cubicBezTo>
                  <a:lnTo>
                    <a:pt x="9085" y="1012"/>
                  </a:lnTo>
                  <a:lnTo>
                    <a:pt x="9085" y="988"/>
                  </a:lnTo>
                  <a:lnTo>
                    <a:pt x="9085" y="953"/>
                  </a:lnTo>
                  <a:lnTo>
                    <a:pt x="9085" y="702"/>
                  </a:lnTo>
                  <a:cubicBezTo>
                    <a:pt x="9109" y="643"/>
                    <a:pt x="9145" y="595"/>
                    <a:pt x="9204" y="595"/>
                  </a:cubicBezTo>
                  <a:lnTo>
                    <a:pt x="9228" y="595"/>
                  </a:lnTo>
                  <a:cubicBezTo>
                    <a:pt x="9300" y="595"/>
                    <a:pt x="9359" y="655"/>
                    <a:pt x="9359" y="726"/>
                  </a:cubicBezTo>
                  <a:lnTo>
                    <a:pt x="9359" y="1322"/>
                  </a:lnTo>
                  <a:lnTo>
                    <a:pt x="9359" y="1441"/>
                  </a:lnTo>
                  <a:lnTo>
                    <a:pt x="9359" y="2155"/>
                  </a:lnTo>
                  <a:cubicBezTo>
                    <a:pt x="9359" y="2250"/>
                    <a:pt x="9431" y="2322"/>
                    <a:pt x="9526" y="2322"/>
                  </a:cubicBezTo>
                  <a:cubicBezTo>
                    <a:pt x="9609" y="2322"/>
                    <a:pt x="9681" y="2250"/>
                    <a:pt x="9681" y="2155"/>
                  </a:cubicBezTo>
                  <a:lnTo>
                    <a:pt x="9681" y="1441"/>
                  </a:lnTo>
                  <a:cubicBezTo>
                    <a:pt x="9681" y="1369"/>
                    <a:pt x="9740" y="1310"/>
                    <a:pt x="9824" y="1310"/>
                  </a:cubicBezTo>
                  <a:lnTo>
                    <a:pt x="9835" y="1310"/>
                  </a:lnTo>
                  <a:cubicBezTo>
                    <a:pt x="9907" y="1310"/>
                    <a:pt x="9966" y="1369"/>
                    <a:pt x="9966" y="1441"/>
                  </a:cubicBezTo>
                  <a:lnTo>
                    <a:pt x="9966" y="2298"/>
                  </a:lnTo>
                  <a:cubicBezTo>
                    <a:pt x="9978" y="2750"/>
                    <a:pt x="9883" y="3489"/>
                    <a:pt x="9657" y="3620"/>
                  </a:cubicBezTo>
                  <a:cubicBezTo>
                    <a:pt x="9609" y="3643"/>
                    <a:pt x="9585" y="3703"/>
                    <a:pt x="9585" y="3762"/>
                  </a:cubicBezTo>
                  <a:lnTo>
                    <a:pt x="9585" y="4358"/>
                  </a:lnTo>
                  <a:lnTo>
                    <a:pt x="7990" y="4358"/>
                  </a:lnTo>
                  <a:lnTo>
                    <a:pt x="7990" y="3965"/>
                  </a:lnTo>
                  <a:cubicBezTo>
                    <a:pt x="7990" y="3905"/>
                    <a:pt x="7954" y="3858"/>
                    <a:pt x="7930" y="3822"/>
                  </a:cubicBezTo>
                  <a:cubicBezTo>
                    <a:pt x="7466" y="3465"/>
                    <a:pt x="7419" y="3274"/>
                    <a:pt x="7383" y="3036"/>
                  </a:cubicBezTo>
                  <a:cubicBezTo>
                    <a:pt x="7347" y="2858"/>
                    <a:pt x="7299" y="2655"/>
                    <a:pt x="7109" y="2369"/>
                  </a:cubicBezTo>
                  <a:cubicBezTo>
                    <a:pt x="6918" y="2096"/>
                    <a:pt x="6930" y="1941"/>
                    <a:pt x="6966" y="1893"/>
                  </a:cubicBezTo>
                  <a:cubicBezTo>
                    <a:pt x="7026" y="1845"/>
                    <a:pt x="7085" y="1845"/>
                    <a:pt x="7109" y="1845"/>
                  </a:cubicBezTo>
                  <a:cubicBezTo>
                    <a:pt x="7288" y="1893"/>
                    <a:pt x="7502" y="2179"/>
                    <a:pt x="7585" y="2357"/>
                  </a:cubicBezTo>
                  <a:cubicBezTo>
                    <a:pt x="7603" y="2418"/>
                    <a:pt x="7658" y="2460"/>
                    <a:pt x="7718" y="2460"/>
                  </a:cubicBezTo>
                  <a:cubicBezTo>
                    <a:pt x="7741" y="2460"/>
                    <a:pt x="7765" y="2454"/>
                    <a:pt x="7788" y="2441"/>
                  </a:cubicBezTo>
                  <a:cubicBezTo>
                    <a:pt x="7847" y="2417"/>
                    <a:pt x="7871" y="2357"/>
                    <a:pt x="7871" y="2286"/>
                  </a:cubicBezTo>
                  <a:lnTo>
                    <a:pt x="7871" y="2262"/>
                  </a:lnTo>
                  <a:lnTo>
                    <a:pt x="7871" y="1584"/>
                  </a:lnTo>
                  <a:lnTo>
                    <a:pt x="7871" y="750"/>
                  </a:lnTo>
                  <a:lnTo>
                    <a:pt x="7871" y="726"/>
                  </a:lnTo>
                  <a:cubicBezTo>
                    <a:pt x="7871" y="655"/>
                    <a:pt x="7930" y="595"/>
                    <a:pt x="8002" y="595"/>
                  </a:cubicBezTo>
                  <a:lnTo>
                    <a:pt x="8014" y="595"/>
                  </a:lnTo>
                  <a:cubicBezTo>
                    <a:pt x="8097" y="595"/>
                    <a:pt x="8157" y="655"/>
                    <a:pt x="8157" y="726"/>
                  </a:cubicBezTo>
                  <a:lnTo>
                    <a:pt x="8157" y="2143"/>
                  </a:lnTo>
                  <a:cubicBezTo>
                    <a:pt x="8157" y="2238"/>
                    <a:pt x="8228" y="2310"/>
                    <a:pt x="8311" y="2310"/>
                  </a:cubicBezTo>
                  <a:cubicBezTo>
                    <a:pt x="8407" y="2310"/>
                    <a:pt x="8478" y="2238"/>
                    <a:pt x="8478" y="2143"/>
                  </a:cubicBezTo>
                  <a:lnTo>
                    <a:pt x="8478" y="726"/>
                  </a:lnTo>
                  <a:lnTo>
                    <a:pt x="8478" y="452"/>
                  </a:lnTo>
                  <a:cubicBezTo>
                    <a:pt x="8478" y="369"/>
                    <a:pt x="8538" y="310"/>
                    <a:pt x="8609" y="310"/>
                  </a:cubicBezTo>
                  <a:close/>
                  <a:moveTo>
                    <a:pt x="1763" y="2941"/>
                  </a:moveTo>
                  <a:cubicBezTo>
                    <a:pt x="1668" y="3036"/>
                    <a:pt x="1561" y="3179"/>
                    <a:pt x="1537" y="3322"/>
                  </a:cubicBezTo>
                  <a:cubicBezTo>
                    <a:pt x="1501" y="3477"/>
                    <a:pt x="1537" y="3631"/>
                    <a:pt x="1656" y="3750"/>
                  </a:cubicBezTo>
                  <a:cubicBezTo>
                    <a:pt x="1668" y="3774"/>
                    <a:pt x="1763" y="3881"/>
                    <a:pt x="1989" y="3881"/>
                  </a:cubicBezTo>
                  <a:cubicBezTo>
                    <a:pt x="2144" y="3881"/>
                    <a:pt x="2335" y="3834"/>
                    <a:pt x="2573" y="3667"/>
                  </a:cubicBezTo>
                  <a:cubicBezTo>
                    <a:pt x="2632" y="3620"/>
                    <a:pt x="2692" y="3572"/>
                    <a:pt x="2751" y="3560"/>
                  </a:cubicBezTo>
                  <a:lnTo>
                    <a:pt x="2751" y="5048"/>
                  </a:lnTo>
                  <a:lnTo>
                    <a:pt x="656" y="5048"/>
                  </a:lnTo>
                  <a:lnTo>
                    <a:pt x="656" y="2941"/>
                  </a:lnTo>
                  <a:close/>
                  <a:moveTo>
                    <a:pt x="9824" y="4703"/>
                  </a:moveTo>
                  <a:lnTo>
                    <a:pt x="9824" y="5108"/>
                  </a:lnTo>
                  <a:lnTo>
                    <a:pt x="7728" y="5108"/>
                  </a:lnTo>
                  <a:lnTo>
                    <a:pt x="7728" y="4703"/>
                  </a:lnTo>
                  <a:close/>
                  <a:moveTo>
                    <a:pt x="2751" y="5370"/>
                  </a:moveTo>
                  <a:lnTo>
                    <a:pt x="2751" y="5775"/>
                  </a:lnTo>
                  <a:lnTo>
                    <a:pt x="656" y="5775"/>
                  </a:lnTo>
                  <a:lnTo>
                    <a:pt x="656" y="5370"/>
                  </a:lnTo>
                  <a:close/>
                  <a:moveTo>
                    <a:pt x="4359" y="2858"/>
                  </a:moveTo>
                  <a:lnTo>
                    <a:pt x="4359" y="2917"/>
                  </a:lnTo>
                  <a:cubicBezTo>
                    <a:pt x="4359" y="3012"/>
                    <a:pt x="4430" y="3084"/>
                    <a:pt x="4525" y="3084"/>
                  </a:cubicBezTo>
                  <a:lnTo>
                    <a:pt x="7014" y="3084"/>
                  </a:lnTo>
                  <a:lnTo>
                    <a:pt x="7014" y="3096"/>
                  </a:lnTo>
                  <a:cubicBezTo>
                    <a:pt x="7049" y="3369"/>
                    <a:pt x="7109" y="3655"/>
                    <a:pt x="7621" y="4048"/>
                  </a:cubicBezTo>
                  <a:lnTo>
                    <a:pt x="7621" y="4370"/>
                  </a:lnTo>
                  <a:lnTo>
                    <a:pt x="7561" y="4370"/>
                  </a:lnTo>
                  <a:cubicBezTo>
                    <a:pt x="7466" y="4370"/>
                    <a:pt x="7395" y="4441"/>
                    <a:pt x="7395" y="4524"/>
                  </a:cubicBezTo>
                  <a:lnTo>
                    <a:pt x="7395" y="7013"/>
                  </a:lnTo>
                  <a:lnTo>
                    <a:pt x="7383" y="7013"/>
                  </a:lnTo>
                  <a:cubicBezTo>
                    <a:pt x="7109" y="7060"/>
                    <a:pt x="6823" y="7120"/>
                    <a:pt x="6430" y="7620"/>
                  </a:cubicBezTo>
                  <a:lnTo>
                    <a:pt x="6121" y="7620"/>
                  </a:lnTo>
                  <a:lnTo>
                    <a:pt x="6121" y="7560"/>
                  </a:lnTo>
                  <a:cubicBezTo>
                    <a:pt x="6121" y="7477"/>
                    <a:pt x="6037" y="7406"/>
                    <a:pt x="5954" y="7406"/>
                  </a:cubicBezTo>
                  <a:lnTo>
                    <a:pt x="3466" y="7406"/>
                  </a:lnTo>
                  <a:lnTo>
                    <a:pt x="3466" y="7382"/>
                  </a:lnTo>
                  <a:cubicBezTo>
                    <a:pt x="3418" y="7120"/>
                    <a:pt x="3358" y="6834"/>
                    <a:pt x="2858" y="6429"/>
                  </a:cubicBezTo>
                  <a:lnTo>
                    <a:pt x="2858" y="6120"/>
                  </a:lnTo>
                  <a:lnTo>
                    <a:pt x="2918" y="6120"/>
                  </a:lnTo>
                  <a:cubicBezTo>
                    <a:pt x="3001" y="6120"/>
                    <a:pt x="3085" y="6048"/>
                    <a:pt x="3085" y="5953"/>
                  </a:cubicBezTo>
                  <a:lnTo>
                    <a:pt x="3085" y="3477"/>
                  </a:lnTo>
                  <a:lnTo>
                    <a:pt x="3097" y="3477"/>
                  </a:lnTo>
                  <a:cubicBezTo>
                    <a:pt x="3358" y="3429"/>
                    <a:pt x="3644" y="3369"/>
                    <a:pt x="4049" y="2858"/>
                  </a:cubicBezTo>
                  <a:close/>
                  <a:moveTo>
                    <a:pt x="5787" y="7727"/>
                  </a:moveTo>
                  <a:lnTo>
                    <a:pt x="5787" y="9823"/>
                  </a:lnTo>
                  <a:lnTo>
                    <a:pt x="5383" y="9823"/>
                  </a:lnTo>
                  <a:lnTo>
                    <a:pt x="5383" y="7727"/>
                  </a:lnTo>
                  <a:close/>
                  <a:moveTo>
                    <a:pt x="8490" y="6933"/>
                  </a:moveTo>
                  <a:cubicBezTo>
                    <a:pt x="8530" y="6933"/>
                    <a:pt x="8558" y="6942"/>
                    <a:pt x="8573" y="6953"/>
                  </a:cubicBezTo>
                  <a:cubicBezTo>
                    <a:pt x="8621" y="7013"/>
                    <a:pt x="8621" y="7072"/>
                    <a:pt x="8621" y="7108"/>
                  </a:cubicBezTo>
                  <a:cubicBezTo>
                    <a:pt x="8573" y="7287"/>
                    <a:pt x="8288" y="7489"/>
                    <a:pt x="8109" y="7584"/>
                  </a:cubicBezTo>
                  <a:cubicBezTo>
                    <a:pt x="8026" y="7620"/>
                    <a:pt x="7990" y="7727"/>
                    <a:pt x="8038" y="7799"/>
                  </a:cubicBezTo>
                  <a:cubicBezTo>
                    <a:pt x="8061" y="7858"/>
                    <a:pt x="8121" y="7894"/>
                    <a:pt x="8204" y="7894"/>
                  </a:cubicBezTo>
                  <a:lnTo>
                    <a:pt x="9740" y="7894"/>
                  </a:lnTo>
                  <a:cubicBezTo>
                    <a:pt x="9824" y="7894"/>
                    <a:pt x="9883" y="7953"/>
                    <a:pt x="9883" y="8025"/>
                  </a:cubicBezTo>
                  <a:lnTo>
                    <a:pt x="9883" y="8037"/>
                  </a:lnTo>
                  <a:cubicBezTo>
                    <a:pt x="9883" y="8120"/>
                    <a:pt x="9824" y="8180"/>
                    <a:pt x="9740" y="8180"/>
                  </a:cubicBezTo>
                  <a:lnTo>
                    <a:pt x="8335" y="8180"/>
                  </a:lnTo>
                  <a:cubicBezTo>
                    <a:pt x="8240" y="8180"/>
                    <a:pt x="8169" y="8251"/>
                    <a:pt x="8169" y="8334"/>
                  </a:cubicBezTo>
                  <a:cubicBezTo>
                    <a:pt x="8169" y="8430"/>
                    <a:pt x="8240" y="8501"/>
                    <a:pt x="8335" y="8501"/>
                  </a:cubicBezTo>
                  <a:lnTo>
                    <a:pt x="10026" y="8501"/>
                  </a:lnTo>
                  <a:cubicBezTo>
                    <a:pt x="10034" y="8500"/>
                    <a:pt x="10043" y="8499"/>
                    <a:pt x="10051" y="8499"/>
                  </a:cubicBezTo>
                  <a:cubicBezTo>
                    <a:pt x="10121" y="8499"/>
                    <a:pt x="10169" y="8545"/>
                    <a:pt x="10169" y="8620"/>
                  </a:cubicBezTo>
                  <a:cubicBezTo>
                    <a:pt x="10169" y="8692"/>
                    <a:pt x="10097" y="8751"/>
                    <a:pt x="10026" y="8751"/>
                  </a:cubicBezTo>
                  <a:lnTo>
                    <a:pt x="8311" y="8751"/>
                  </a:lnTo>
                  <a:cubicBezTo>
                    <a:pt x="8228" y="8751"/>
                    <a:pt x="8157" y="8834"/>
                    <a:pt x="8157" y="8918"/>
                  </a:cubicBezTo>
                  <a:cubicBezTo>
                    <a:pt x="8157" y="9013"/>
                    <a:pt x="8228" y="9084"/>
                    <a:pt x="8311" y="9084"/>
                  </a:cubicBezTo>
                  <a:lnTo>
                    <a:pt x="9776" y="9084"/>
                  </a:lnTo>
                  <a:cubicBezTo>
                    <a:pt x="9835" y="9096"/>
                    <a:pt x="9883" y="9144"/>
                    <a:pt x="9883" y="9204"/>
                  </a:cubicBezTo>
                  <a:lnTo>
                    <a:pt x="9883" y="9215"/>
                  </a:lnTo>
                  <a:cubicBezTo>
                    <a:pt x="9883" y="9287"/>
                    <a:pt x="9824" y="9346"/>
                    <a:pt x="9752" y="9346"/>
                  </a:cubicBezTo>
                  <a:lnTo>
                    <a:pt x="8323" y="9346"/>
                  </a:lnTo>
                  <a:cubicBezTo>
                    <a:pt x="8228" y="9346"/>
                    <a:pt x="8157" y="9430"/>
                    <a:pt x="8157" y="9513"/>
                  </a:cubicBezTo>
                  <a:cubicBezTo>
                    <a:pt x="8157" y="9608"/>
                    <a:pt x="8228" y="9680"/>
                    <a:pt x="8323" y="9680"/>
                  </a:cubicBezTo>
                  <a:lnTo>
                    <a:pt x="9038" y="9680"/>
                  </a:lnTo>
                  <a:cubicBezTo>
                    <a:pt x="9109" y="9680"/>
                    <a:pt x="9169" y="9739"/>
                    <a:pt x="9169" y="9811"/>
                  </a:cubicBezTo>
                  <a:lnTo>
                    <a:pt x="9169" y="9823"/>
                  </a:lnTo>
                  <a:cubicBezTo>
                    <a:pt x="9169" y="9906"/>
                    <a:pt x="9109" y="9966"/>
                    <a:pt x="9038" y="9966"/>
                  </a:cubicBezTo>
                  <a:lnTo>
                    <a:pt x="8181" y="9966"/>
                  </a:lnTo>
                  <a:cubicBezTo>
                    <a:pt x="8151" y="9967"/>
                    <a:pt x="8120" y="9967"/>
                    <a:pt x="8088" y="9967"/>
                  </a:cubicBezTo>
                  <a:cubicBezTo>
                    <a:pt x="7740" y="9967"/>
                    <a:pt x="7288" y="9907"/>
                    <a:pt x="7026" y="9787"/>
                  </a:cubicBezTo>
                  <a:lnTo>
                    <a:pt x="7014" y="9763"/>
                  </a:lnTo>
                  <a:cubicBezTo>
                    <a:pt x="6978" y="9727"/>
                    <a:pt x="6930" y="9704"/>
                    <a:pt x="6895" y="9704"/>
                  </a:cubicBezTo>
                  <a:cubicBezTo>
                    <a:pt x="6871" y="9692"/>
                    <a:pt x="6859" y="9680"/>
                    <a:pt x="6847" y="9644"/>
                  </a:cubicBezTo>
                  <a:cubicBezTo>
                    <a:pt x="6811" y="9608"/>
                    <a:pt x="6752" y="9573"/>
                    <a:pt x="6692" y="9573"/>
                  </a:cubicBezTo>
                  <a:lnTo>
                    <a:pt x="6097" y="9573"/>
                  </a:lnTo>
                  <a:lnTo>
                    <a:pt x="6097" y="7977"/>
                  </a:lnTo>
                  <a:lnTo>
                    <a:pt x="6502" y="7977"/>
                  </a:lnTo>
                  <a:cubicBezTo>
                    <a:pt x="6561" y="7977"/>
                    <a:pt x="6609" y="7953"/>
                    <a:pt x="6633" y="7918"/>
                  </a:cubicBezTo>
                  <a:cubicBezTo>
                    <a:pt x="6990" y="7453"/>
                    <a:pt x="7192" y="7418"/>
                    <a:pt x="7430" y="7370"/>
                  </a:cubicBezTo>
                  <a:cubicBezTo>
                    <a:pt x="7609" y="7334"/>
                    <a:pt x="7811" y="7299"/>
                    <a:pt x="8097" y="7108"/>
                  </a:cubicBezTo>
                  <a:cubicBezTo>
                    <a:pt x="8274" y="6972"/>
                    <a:pt x="8407" y="6933"/>
                    <a:pt x="8490" y="6933"/>
                  </a:cubicBezTo>
                  <a:close/>
                  <a:moveTo>
                    <a:pt x="2501" y="6132"/>
                  </a:moveTo>
                  <a:lnTo>
                    <a:pt x="2501" y="6537"/>
                  </a:lnTo>
                  <a:cubicBezTo>
                    <a:pt x="2501" y="6596"/>
                    <a:pt x="2525" y="6644"/>
                    <a:pt x="2561" y="6668"/>
                  </a:cubicBezTo>
                  <a:cubicBezTo>
                    <a:pt x="3025" y="7025"/>
                    <a:pt x="3061" y="7227"/>
                    <a:pt x="3108" y="7465"/>
                  </a:cubicBezTo>
                  <a:cubicBezTo>
                    <a:pt x="3120" y="7501"/>
                    <a:pt x="3120" y="7560"/>
                    <a:pt x="3144" y="7608"/>
                  </a:cubicBezTo>
                  <a:cubicBezTo>
                    <a:pt x="3168" y="7763"/>
                    <a:pt x="3228" y="7918"/>
                    <a:pt x="3382" y="8120"/>
                  </a:cubicBezTo>
                  <a:cubicBezTo>
                    <a:pt x="3597" y="8382"/>
                    <a:pt x="3585" y="8537"/>
                    <a:pt x="3561" y="8596"/>
                  </a:cubicBezTo>
                  <a:cubicBezTo>
                    <a:pt x="3501" y="8632"/>
                    <a:pt x="3442" y="8632"/>
                    <a:pt x="3406" y="8632"/>
                  </a:cubicBezTo>
                  <a:cubicBezTo>
                    <a:pt x="3228" y="8596"/>
                    <a:pt x="3025" y="8311"/>
                    <a:pt x="2930" y="8132"/>
                  </a:cubicBezTo>
                  <a:cubicBezTo>
                    <a:pt x="2896" y="8064"/>
                    <a:pt x="2838" y="8033"/>
                    <a:pt x="2778" y="8033"/>
                  </a:cubicBezTo>
                  <a:cubicBezTo>
                    <a:pt x="2753" y="8033"/>
                    <a:pt x="2728" y="8038"/>
                    <a:pt x="2704" y="8049"/>
                  </a:cubicBezTo>
                  <a:cubicBezTo>
                    <a:pt x="2644" y="8084"/>
                    <a:pt x="2620" y="8144"/>
                    <a:pt x="2620" y="8215"/>
                  </a:cubicBezTo>
                  <a:lnTo>
                    <a:pt x="2620" y="8239"/>
                  </a:lnTo>
                  <a:lnTo>
                    <a:pt x="2620" y="8918"/>
                  </a:lnTo>
                  <a:lnTo>
                    <a:pt x="2620" y="9751"/>
                  </a:lnTo>
                  <a:lnTo>
                    <a:pt x="2620" y="9763"/>
                  </a:lnTo>
                  <a:cubicBezTo>
                    <a:pt x="2620" y="9846"/>
                    <a:pt x="2561" y="9906"/>
                    <a:pt x="2489" y="9906"/>
                  </a:cubicBezTo>
                  <a:lnTo>
                    <a:pt x="2466" y="9906"/>
                  </a:lnTo>
                  <a:cubicBezTo>
                    <a:pt x="2394" y="9906"/>
                    <a:pt x="2335" y="9846"/>
                    <a:pt x="2335" y="9763"/>
                  </a:cubicBezTo>
                  <a:lnTo>
                    <a:pt x="2335" y="8358"/>
                  </a:lnTo>
                  <a:cubicBezTo>
                    <a:pt x="2335" y="8263"/>
                    <a:pt x="2263" y="8191"/>
                    <a:pt x="2168" y="8191"/>
                  </a:cubicBezTo>
                  <a:cubicBezTo>
                    <a:pt x="2085" y="8191"/>
                    <a:pt x="2013" y="8263"/>
                    <a:pt x="2013" y="8358"/>
                  </a:cubicBezTo>
                  <a:lnTo>
                    <a:pt x="2013" y="9763"/>
                  </a:lnTo>
                  <a:lnTo>
                    <a:pt x="2013" y="10049"/>
                  </a:lnTo>
                  <a:cubicBezTo>
                    <a:pt x="2013" y="10120"/>
                    <a:pt x="1954" y="10180"/>
                    <a:pt x="1870" y="10180"/>
                  </a:cubicBezTo>
                  <a:lnTo>
                    <a:pt x="1858" y="10180"/>
                  </a:lnTo>
                  <a:cubicBezTo>
                    <a:pt x="1787" y="10180"/>
                    <a:pt x="1727" y="10120"/>
                    <a:pt x="1727" y="10049"/>
                  </a:cubicBezTo>
                  <a:lnTo>
                    <a:pt x="1727" y="9811"/>
                  </a:lnTo>
                  <a:lnTo>
                    <a:pt x="1727" y="9763"/>
                  </a:lnTo>
                  <a:lnTo>
                    <a:pt x="1727" y="9394"/>
                  </a:lnTo>
                  <a:lnTo>
                    <a:pt x="1727" y="9370"/>
                  </a:lnTo>
                  <a:lnTo>
                    <a:pt x="1727" y="8334"/>
                  </a:lnTo>
                  <a:cubicBezTo>
                    <a:pt x="1727" y="8251"/>
                    <a:pt x="1656" y="8180"/>
                    <a:pt x="1561" y="8180"/>
                  </a:cubicBezTo>
                  <a:cubicBezTo>
                    <a:pt x="1477" y="8180"/>
                    <a:pt x="1394" y="8251"/>
                    <a:pt x="1394" y="8334"/>
                  </a:cubicBezTo>
                  <a:lnTo>
                    <a:pt x="1394" y="9489"/>
                  </a:lnTo>
                  <a:lnTo>
                    <a:pt x="1394" y="9513"/>
                  </a:lnTo>
                  <a:lnTo>
                    <a:pt x="1394" y="9549"/>
                  </a:lnTo>
                  <a:lnTo>
                    <a:pt x="1394" y="9799"/>
                  </a:lnTo>
                  <a:cubicBezTo>
                    <a:pt x="1382" y="9858"/>
                    <a:pt x="1334" y="9906"/>
                    <a:pt x="1275" y="9906"/>
                  </a:cubicBezTo>
                  <a:lnTo>
                    <a:pt x="1263" y="9906"/>
                  </a:lnTo>
                  <a:cubicBezTo>
                    <a:pt x="1192" y="9906"/>
                    <a:pt x="1132" y="9846"/>
                    <a:pt x="1132" y="9763"/>
                  </a:cubicBezTo>
                  <a:lnTo>
                    <a:pt x="1132" y="9168"/>
                  </a:lnTo>
                  <a:lnTo>
                    <a:pt x="1132" y="9049"/>
                  </a:lnTo>
                  <a:lnTo>
                    <a:pt x="1132" y="8334"/>
                  </a:lnTo>
                  <a:cubicBezTo>
                    <a:pt x="1132" y="8251"/>
                    <a:pt x="1061" y="8180"/>
                    <a:pt x="965" y="8180"/>
                  </a:cubicBezTo>
                  <a:cubicBezTo>
                    <a:pt x="882" y="8180"/>
                    <a:pt x="799" y="8251"/>
                    <a:pt x="799" y="8334"/>
                  </a:cubicBezTo>
                  <a:lnTo>
                    <a:pt x="799" y="9049"/>
                  </a:lnTo>
                  <a:cubicBezTo>
                    <a:pt x="799" y="9132"/>
                    <a:pt x="739" y="9192"/>
                    <a:pt x="668" y="9192"/>
                  </a:cubicBezTo>
                  <a:lnTo>
                    <a:pt x="656" y="9192"/>
                  </a:lnTo>
                  <a:cubicBezTo>
                    <a:pt x="584" y="9192"/>
                    <a:pt x="525" y="9132"/>
                    <a:pt x="525" y="9049"/>
                  </a:cubicBezTo>
                  <a:lnTo>
                    <a:pt x="525" y="8203"/>
                  </a:lnTo>
                  <a:cubicBezTo>
                    <a:pt x="501" y="7739"/>
                    <a:pt x="608" y="7013"/>
                    <a:pt x="834" y="6882"/>
                  </a:cubicBezTo>
                  <a:cubicBezTo>
                    <a:pt x="882" y="6846"/>
                    <a:pt x="906" y="6787"/>
                    <a:pt x="906" y="6727"/>
                  </a:cubicBezTo>
                  <a:lnTo>
                    <a:pt x="906" y="6132"/>
                  </a:lnTo>
                  <a:close/>
                  <a:moveTo>
                    <a:pt x="8621" y="0"/>
                  </a:moveTo>
                  <a:cubicBezTo>
                    <a:pt x="8407" y="0"/>
                    <a:pt x="8240" y="143"/>
                    <a:pt x="8181" y="321"/>
                  </a:cubicBezTo>
                  <a:cubicBezTo>
                    <a:pt x="8145" y="298"/>
                    <a:pt x="8085" y="286"/>
                    <a:pt x="8038" y="286"/>
                  </a:cubicBezTo>
                  <a:lnTo>
                    <a:pt x="8026" y="286"/>
                  </a:lnTo>
                  <a:cubicBezTo>
                    <a:pt x="7942" y="286"/>
                    <a:pt x="7859" y="298"/>
                    <a:pt x="7800" y="345"/>
                  </a:cubicBezTo>
                  <a:lnTo>
                    <a:pt x="4549" y="345"/>
                  </a:lnTo>
                  <a:cubicBezTo>
                    <a:pt x="4466" y="345"/>
                    <a:pt x="4394" y="417"/>
                    <a:pt x="4394" y="512"/>
                  </a:cubicBezTo>
                  <a:lnTo>
                    <a:pt x="4394" y="619"/>
                  </a:lnTo>
                  <a:lnTo>
                    <a:pt x="3870" y="619"/>
                  </a:lnTo>
                  <a:cubicBezTo>
                    <a:pt x="3704" y="441"/>
                    <a:pt x="3418" y="321"/>
                    <a:pt x="2977" y="262"/>
                  </a:cubicBezTo>
                  <a:cubicBezTo>
                    <a:pt x="2632" y="214"/>
                    <a:pt x="2335" y="214"/>
                    <a:pt x="2311" y="214"/>
                  </a:cubicBezTo>
                  <a:lnTo>
                    <a:pt x="1453" y="214"/>
                  </a:lnTo>
                  <a:cubicBezTo>
                    <a:pt x="1203" y="214"/>
                    <a:pt x="1001" y="417"/>
                    <a:pt x="1001" y="679"/>
                  </a:cubicBezTo>
                  <a:lnTo>
                    <a:pt x="1001" y="691"/>
                  </a:lnTo>
                  <a:cubicBezTo>
                    <a:pt x="1001" y="738"/>
                    <a:pt x="1001" y="774"/>
                    <a:pt x="1013" y="822"/>
                  </a:cubicBezTo>
                  <a:lnTo>
                    <a:pt x="739" y="822"/>
                  </a:lnTo>
                  <a:cubicBezTo>
                    <a:pt x="489" y="822"/>
                    <a:pt x="287" y="1036"/>
                    <a:pt x="287" y="1286"/>
                  </a:cubicBezTo>
                  <a:lnTo>
                    <a:pt x="287" y="1298"/>
                  </a:lnTo>
                  <a:cubicBezTo>
                    <a:pt x="287" y="1357"/>
                    <a:pt x="299" y="1405"/>
                    <a:pt x="310" y="1453"/>
                  </a:cubicBezTo>
                  <a:cubicBezTo>
                    <a:pt x="132" y="1512"/>
                    <a:pt x="1" y="1691"/>
                    <a:pt x="1" y="1881"/>
                  </a:cubicBezTo>
                  <a:lnTo>
                    <a:pt x="1" y="1893"/>
                  </a:lnTo>
                  <a:cubicBezTo>
                    <a:pt x="1" y="2107"/>
                    <a:pt x="132" y="2262"/>
                    <a:pt x="310" y="2322"/>
                  </a:cubicBezTo>
                  <a:cubicBezTo>
                    <a:pt x="299" y="2369"/>
                    <a:pt x="287" y="2429"/>
                    <a:pt x="287" y="2477"/>
                  </a:cubicBezTo>
                  <a:lnTo>
                    <a:pt x="287" y="2488"/>
                  </a:lnTo>
                  <a:cubicBezTo>
                    <a:pt x="287" y="2560"/>
                    <a:pt x="299" y="2655"/>
                    <a:pt x="346" y="2715"/>
                  </a:cubicBezTo>
                  <a:lnTo>
                    <a:pt x="346" y="5953"/>
                  </a:lnTo>
                  <a:cubicBezTo>
                    <a:pt x="346" y="6048"/>
                    <a:pt x="418" y="6120"/>
                    <a:pt x="501" y="6120"/>
                  </a:cubicBezTo>
                  <a:lnTo>
                    <a:pt x="608" y="6120"/>
                  </a:lnTo>
                  <a:lnTo>
                    <a:pt x="608" y="6644"/>
                  </a:lnTo>
                  <a:cubicBezTo>
                    <a:pt x="430" y="6810"/>
                    <a:pt x="310" y="7084"/>
                    <a:pt x="251" y="7537"/>
                  </a:cubicBezTo>
                  <a:cubicBezTo>
                    <a:pt x="203" y="7882"/>
                    <a:pt x="203" y="8180"/>
                    <a:pt x="203" y="8203"/>
                  </a:cubicBezTo>
                  <a:lnTo>
                    <a:pt x="203" y="9049"/>
                  </a:lnTo>
                  <a:cubicBezTo>
                    <a:pt x="203" y="9311"/>
                    <a:pt x="418" y="9513"/>
                    <a:pt x="668" y="9513"/>
                  </a:cubicBezTo>
                  <a:lnTo>
                    <a:pt x="680" y="9513"/>
                  </a:lnTo>
                  <a:cubicBezTo>
                    <a:pt x="727" y="9513"/>
                    <a:pt x="775" y="9513"/>
                    <a:pt x="822" y="9501"/>
                  </a:cubicBezTo>
                  <a:lnTo>
                    <a:pt x="822" y="9763"/>
                  </a:lnTo>
                  <a:cubicBezTo>
                    <a:pt x="822" y="10025"/>
                    <a:pt x="1025" y="10227"/>
                    <a:pt x="1275" y="10227"/>
                  </a:cubicBezTo>
                  <a:lnTo>
                    <a:pt x="1299" y="10227"/>
                  </a:lnTo>
                  <a:cubicBezTo>
                    <a:pt x="1358" y="10227"/>
                    <a:pt x="1394" y="10216"/>
                    <a:pt x="1442" y="10204"/>
                  </a:cubicBezTo>
                  <a:cubicBezTo>
                    <a:pt x="1501" y="10382"/>
                    <a:pt x="1680" y="10513"/>
                    <a:pt x="1870" y="10513"/>
                  </a:cubicBezTo>
                  <a:lnTo>
                    <a:pt x="1894" y="10513"/>
                  </a:lnTo>
                  <a:cubicBezTo>
                    <a:pt x="2096" y="10513"/>
                    <a:pt x="2263" y="10382"/>
                    <a:pt x="2323" y="10204"/>
                  </a:cubicBezTo>
                  <a:cubicBezTo>
                    <a:pt x="2370" y="10216"/>
                    <a:pt x="2430" y="10227"/>
                    <a:pt x="2466" y="10227"/>
                  </a:cubicBezTo>
                  <a:lnTo>
                    <a:pt x="2489" y="10227"/>
                  </a:lnTo>
                  <a:cubicBezTo>
                    <a:pt x="2561" y="10227"/>
                    <a:pt x="2644" y="10216"/>
                    <a:pt x="2704" y="10168"/>
                  </a:cubicBezTo>
                  <a:lnTo>
                    <a:pt x="3323" y="10168"/>
                  </a:lnTo>
                  <a:cubicBezTo>
                    <a:pt x="3406" y="10168"/>
                    <a:pt x="3478" y="10096"/>
                    <a:pt x="3478" y="10001"/>
                  </a:cubicBezTo>
                  <a:cubicBezTo>
                    <a:pt x="3478" y="9918"/>
                    <a:pt x="3406" y="9846"/>
                    <a:pt x="3323" y="9846"/>
                  </a:cubicBezTo>
                  <a:lnTo>
                    <a:pt x="2942" y="9846"/>
                  </a:lnTo>
                  <a:lnTo>
                    <a:pt x="2942" y="9763"/>
                  </a:lnTo>
                  <a:lnTo>
                    <a:pt x="2942" y="9751"/>
                  </a:lnTo>
                  <a:lnTo>
                    <a:pt x="2942" y="8918"/>
                  </a:lnTo>
                  <a:lnTo>
                    <a:pt x="2942" y="8727"/>
                  </a:lnTo>
                  <a:cubicBezTo>
                    <a:pt x="3049" y="8834"/>
                    <a:pt x="3180" y="8930"/>
                    <a:pt x="3335" y="8965"/>
                  </a:cubicBezTo>
                  <a:cubicBezTo>
                    <a:pt x="3358" y="8977"/>
                    <a:pt x="3406" y="8977"/>
                    <a:pt x="3442" y="8977"/>
                  </a:cubicBezTo>
                  <a:cubicBezTo>
                    <a:pt x="3561" y="8977"/>
                    <a:pt x="3656" y="8930"/>
                    <a:pt x="3763" y="8858"/>
                  </a:cubicBezTo>
                  <a:cubicBezTo>
                    <a:pt x="3775" y="8846"/>
                    <a:pt x="4120" y="8549"/>
                    <a:pt x="3680" y="7941"/>
                  </a:cubicBezTo>
                  <a:cubicBezTo>
                    <a:pt x="3632" y="7882"/>
                    <a:pt x="3585" y="7822"/>
                    <a:pt x="3573" y="7763"/>
                  </a:cubicBezTo>
                  <a:lnTo>
                    <a:pt x="5061" y="7763"/>
                  </a:lnTo>
                  <a:lnTo>
                    <a:pt x="5061" y="9858"/>
                  </a:lnTo>
                  <a:lnTo>
                    <a:pt x="3835" y="9858"/>
                  </a:lnTo>
                  <a:cubicBezTo>
                    <a:pt x="3751" y="9858"/>
                    <a:pt x="3680" y="9930"/>
                    <a:pt x="3680" y="10025"/>
                  </a:cubicBezTo>
                  <a:cubicBezTo>
                    <a:pt x="3680" y="10108"/>
                    <a:pt x="3751" y="10180"/>
                    <a:pt x="3835" y="10180"/>
                  </a:cubicBezTo>
                  <a:lnTo>
                    <a:pt x="5966" y="10180"/>
                  </a:lnTo>
                  <a:cubicBezTo>
                    <a:pt x="6061" y="10180"/>
                    <a:pt x="6133" y="10108"/>
                    <a:pt x="6133" y="10025"/>
                  </a:cubicBezTo>
                  <a:lnTo>
                    <a:pt x="6133" y="9918"/>
                  </a:lnTo>
                  <a:lnTo>
                    <a:pt x="6657" y="9918"/>
                  </a:lnTo>
                  <a:cubicBezTo>
                    <a:pt x="6811" y="10096"/>
                    <a:pt x="7097" y="10216"/>
                    <a:pt x="7549" y="10275"/>
                  </a:cubicBezTo>
                  <a:cubicBezTo>
                    <a:pt x="7811" y="10323"/>
                    <a:pt x="8061" y="10323"/>
                    <a:pt x="8169" y="10323"/>
                  </a:cubicBezTo>
                  <a:lnTo>
                    <a:pt x="9062" y="10323"/>
                  </a:lnTo>
                  <a:cubicBezTo>
                    <a:pt x="9312" y="10323"/>
                    <a:pt x="9526" y="10108"/>
                    <a:pt x="9526" y="9858"/>
                  </a:cubicBezTo>
                  <a:lnTo>
                    <a:pt x="9526" y="9846"/>
                  </a:lnTo>
                  <a:cubicBezTo>
                    <a:pt x="9526" y="9799"/>
                    <a:pt x="9526" y="9751"/>
                    <a:pt x="9514" y="9704"/>
                  </a:cubicBezTo>
                  <a:lnTo>
                    <a:pt x="9776" y="9704"/>
                  </a:lnTo>
                  <a:cubicBezTo>
                    <a:pt x="10026" y="9704"/>
                    <a:pt x="10240" y="9501"/>
                    <a:pt x="10240" y="9251"/>
                  </a:cubicBezTo>
                  <a:lnTo>
                    <a:pt x="10240" y="9227"/>
                  </a:lnTo>
                  <a:cubicBezTo>
                    <a:pt x="10240" y="9168"/>
                    <a:pt x="10228" y="9132"/>
                    <a:pt x="10205" y="9084"/>
                  </a:cubicBezTo>
                  <a:cubicBezTo>
                    <a:pt x="10383" y="9025"/>
                    <a:pt x="10514" y="8846"/>
                    <a:pt x="10514" y="8656"/>
                  </a:cubicBezTo>
                  <a:lnTo>
                    <a:pt x="10514" y="8632"/>
                  </a:lnTo>
                  <a:cubicBezTo>
                    <a:pt x="10502" y="8418"/>
                    <a:pt x="10371" y="8239"/>
                    <a:pt x="10193" y="8180"/>
                  </a:cubicBezTo>
                  <a:cubicBezTo>
                    <a:pt x="10205" y="8132"/>
                    <a:pt x="10228" y="8072"/>
                    <a:pt x="10228" y="8025"/>
                  </a:cubicBezTo>
                  <a:lnTo>
                    <a:pt x="10228" y="8013"/>
                  </a:lnTo>
                  <a:cubicBezTo>
                    <a:pt x="10228" y="7941"/>
                    <a:pt x="10205" y="7846"/>
                    <a:pt x="10169" y="7787"/>
                  </a:cubicBezTo>
                  <a:lnTo>
                    <a:pt x="10169" y="6263"/>
                  </a:lnTo>
                  <a:cubicBezTo>
                    <a:pt x="10169" y="6179"/>
                    <a:pt x="10086" y="6108"/>
                    <a:pt x="10002" y="6108"/>
                  </a:cubicBezTo>
                  <a:cubicBezTo>
                    <a:pt x="9907" y="6108"/>
                    <a:pt x="9835" y="6179"/>
                    <a:pt x="9835" y="6263"/>
                  </a:cubicBezTo>
                  <a:lnTo>
                    <a:pt x="9835" y="7560"/>
                  </a:lnTo>
                  <a:lnTo>
                    <a:pt x="8716" y="7560"/>
                  </a:lnTo>
                  <a:cubicBezTo>
                    <a:pt x="8823" y="7453"/>
                    <a:pt x="8931" y="7322"/>
                    <a:pt x="8954" y="7179"/>
                  </a:cubicBezTo>
                  <a:cubicBezTo>
                    <a:pt x="8990" y="7025"/>
                    <a:pt x="8954" y="6858"/>
                    <a:pt x="8835" y="6751"/>
                  </a:cubicBezTo>
                  <a:cubicBezTo>
                    <a:pt x="8828" y="6736"/>
                    <a:pt x="8715" y="6608"/>
                    <a:pt x="8492" y="6608"/>
                  </a:cubicBezTo>
                  <a:cubicBezTo>
                    <a:pt x="8347" y="6608"/>
                    <a:pt x="8157" y="6661"/>
                    <a:pt x="7919" y="6834"/>
                  </a:cubicBezTo>
                  <a:cubicBezTo>
                    <a:pt x="7859" y="6882"/>
                    <a:pt x="7800" y="6929"/>
                    <a:pt x="7740" y="6941"/>
                  </a:cubicBezTo>
                  <a:lnTo>
                    <a:pt x="7740" y="5453"/>
                  </a:lnTo>
                  <a:lnTo>
                    <a:pt x="9835" y="5453"/>
                  </a:lnTo>
                  <a:lnTo>
                    <a:pt x="9835" y="5703"/>
                  </a:lnTo>
                  <a:cubicBezTo>
                    <a:pt x="9835" y="5798"/>
                    <a:pt x="9907" y="5870"/>
                    <a:pt x="10002" y="5870"/>
                  </a:cubicBezTo>
                  <a:cubicBezTo>
                    <a:pt x="10086" y="5870"/>
                    <a:pt x="10169" y="5798"/>
                    <a:pt x="10169" y="5703"/>
                  </a:cubicBezTo>
                  <a:lnTo>
                    <a:pt x="10169" y="4560"/>
                  </a:lnTo>
                  <a:cubicBezTo>
                    <a:pt x="10169" y="4465"/>
                    <a:pt x="10086" y="4393"/>
                    <a:pt x="10002" y="4393"/>
                  </a:cubicBezTo>
                  <a:lnTo>
                    <a:pt x="9895" y="4393"/>
                  </a:lnTo>
                  <a:lnTo>
                    <a:pt x="9895" y="3870"/>
                  </a:lnTo>
                  <a:cubicBezTo>
                    <a:pt x="10074" y="3715"/>
                    <a:pt x="10193" y="3429"/>
                    <a:pt x="10252" y="2977"/>
                  </a:cubicBezTo>
                  <a:cubicBezTo>
                    <a:pt x="10300" y="2643"/>
                    <a:pt x="10300" y="2346"/>
                    <a:pt x="10300" y="2310"/>
                  </a:cubicBezTo>
                  <a:lnTo>
                    <a:pt x="10300" y="1464"/>
                  </a:lnTo>
                  <a:cubicBezTo>
                    <a:pt x="10300" y="1203"/>
                    <a:pt x="10086" y="1000"/>
                    <a:pt x="9835" y="1000"/>
                  </a:cubicBezTo>
                  <a:lnTo>
                    <a:pt x="9824" y="1000"/>
                  </a:lnTo>
                  <a:cubicBezTo>
                    <a:pt x="9776" y="1000"/>
                    <a:pt x="9728" y="1000"/>
                    <a:pt x="9693" y="1012"/>
                  </a:cubicBezTo>
                  <a:lnTo>
                    <a:pt x="9693" y="750"/>
                  </a:lnTo>
                  <a:cubicBezTo>
                    <a:pt x="9693" y="500"/>
                    <a:pt x="9478" y="286"/>
                    <a:pt x="9228" y="286"/>
                  </a:cubicBezTo>
                  <a:lnTo>
                    <a:pt x="9216" y="286"/>
                  </a:lnTo>
                  <a:cubicBezTo>
                    <a:pt x="9157" y="286"/>
                    <a:pt x="9109" y="298"/>
                    <a:pt x="9062" y="321"/>
                  </a:cubicBezTo>
                  <a:cubicBezTo>
                    <a:pt x="9002" y="143"/>
                    <a:pt x="8823" y="0"/>
                    <a:pt x="86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8116024" y="3221804"/>
              <a:ext cx="14036" cy="10280"/>
            </a:xfrm>
            <a:custGeom>
              <a:avLst/>
              <a:gdLst/>
              <a:ahLst/>
              <a:cxnLst/>
              <a:rect l="l" t="t" r="r" b="b"/>
              <a:pathLst>
                <a:path w="441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274" y="322"/>
                  </a:lnTo>
                  <a:cubicBezTo>
                    <a:pt x="369" y="322"/>
                    <a:pt x="441" y="251"/>
                    <a:pt x="441" y="167"/>
                  </a:cubicBezTo>
                  <a:cubicBezTo>
                    <a:pt x="441" y="72"/>
                    <a:pt x="36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8097818" y="3221804"/>
              <a:ext cx="14068" cy="10280"/>
            </a:xfrm>
            <a:custGeom>
              <a:avLst/>
              <a:gdLst/>
              <a:ahLst/>
              <a:cxnLst/>
              <a:rect l="l" t="t" r="r" b="b"/>
              <a:pathLst>
                <a:path w="442" h="323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287" y="322"/>
                  </a:lnTo>
                  <a:cubicBezTo>
                    <a:pt x="370" y="322"/>
                    <a:pt x="441" y="251"/>
                    <a:pt x="441" y="167"/>
                  </a:cubicBezTo>
                  <a:cubicBezTo>
                    <a:pt x="441" y="72"/>
                    <a:pt x="370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39"/>
            <p:cNvSpPr/>
            <p:nvPr/>
          </p:nvSpPr>
          <p:spPr>
            <a:xfrm>
              <a:off x="8156190" y="2951621"/>
              <a:ext cx="14036" cy="10630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286" y="334"/>
                  </a:lnTo>
                  <a:cubicBezTo>
                    <a:pt x="369" y="334"/>
                    <a:pt x="441" y="262"/>
                    <a:pt x="441" y="167"/>
                  </a:cubicBezTo>
                  <a:cubicBezTo>
                    <a:pt x="441" y="72"/>
                    <a:pt x="369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39"/>
            <p:cNvSpPr/>
            <p:nvPr/>
          </p:nvSpPr>
          <p:spPr>
            <a:xfrm>
              <a:off x="8173982" y="2952385"/>
              <a:ext cx="14450" cy="10248"/>
            </a:xfrm>
            <a:custGeom>
              <a:avLst/>
              <a:gdLst/>
              <a:ahLst/>
              <a:cxnLst/>
              <a:rect l="l" t="t" r="r" b="b"/>
              <a:pathLst>
                <a:path w="454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287" y="322"/>
                  </a:lnTo>
                  <a:cubicBezTo>
                    <a:pt x="382" y="322"/>
                    <a:pt x="453" y="250"/>
                    <a:pt x="453" y="155"/>
                  </a:cubicBezTo>
                  <a:cubicBezTo>
                    <a:pt x="453" y="72"/>
                    <a:pt x="382" y="0"/>
                    <a:pt x="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59" name="Google Shape;2859;p39"/>
          <p:cNvCxnSpPr>
            <a:stCxn id="2826" idx="0"/>
            <a:endCxn id="2821" idx="2"/>
          </p:cNvCxnSpPr>
          <p:nvPr/>
        </p:nvCxnSpPr>
        <p:spPr>
          <a:xfrm rot="-5400000">
            <a:off x="1576625" y="3360100"/>
            <a:ext cx="61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0" name="Google Shape;2860;p39"/>
          <p:cNvCxnSpPr>
            <a:stCxn id="2821" idx="0"/>
            <a:endCxn id="2815" idx="2"/>
          </p:cNvCxnSpPr>
          <p:nvPr/>
        </p:nvCxnSpPr>
        <p:spPr>
          <a:xfrm rot="-5400000">
            <a:off x="1598525" y="2347000"/>
            <a:ext cx="5709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1" name="Google Shape;2861;p39"/>
          <p:cNvCxnSpPr>
            <a:stCxn id="2817" idx="0"/>
            <a:endCxn id="2822" idx="2"/>
          </p:cNvCxnSpPr>
          <p:nvPr/>
        </p:nvCxnSpPr>
        <p:spPr>
          <a:xfrm rot="-5400000">
            <a:off x="3390388" y="3338638"/>
            <a:ext cx="5718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2" name="Google Shape;2862;p39"/>
          <p:cNvCxnSpPr>
            <a:stCxn id="2822" idx="0"/>
            <a:endCxn id="2825" idx="2"/>
          </p:cNvCxnSpPr>
          <p:nvPr/>
        </p:nvCxnSpPr>
        <p:spPr>
          <a:xfrm rot="-5400000">
            <a:off x="3390604" y="2346550"/>
            <a:ext cx="571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3" name="Google Shape;2863;p39"/>
          <p:cNvCxnSpPr>
            <a:stCxn id="2828" idx="0"/>
            <a:endCxn id="2823" idx="2"/>
          </p:cNvCxnSpPr>
          <p:nvPr/>
        </p:nvCxnSpPr>
        <p:spPr>
          <a:xfrm rot="-5400000">
            <a:off x="5162175" y="3359325"/>
            <a:ext cx="612900" cy="6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4" name="Google Shape;2864;p39"/>
          <p:cNvCxnSpPr>
            <a:stCxn id="2823" idx="0"/>
            <a:endCxn id="2816" idx="2"/>
          </p:cNvCxnSpPr>
          <p:nvPr/>
        </p:nvCxnSpPr>
        <p:spPr>
          <a:xfrm rot="-5400000">
            <a:off x="5183175" y="2347000"/>
            <a:ext cx="5709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5" name="Google Shape;2865;p39"/>
          <p:cNvCxnSpPr>
            <a:stCxn id="2818" idx="0"/>
            <a:endCxn id="2824" idx="2"/>
          </p:cNvCxnSpPr>
          <p:nvPr/>
        </p:nvCxnSpPr>
        <p:spPr>
          <a:xfrm rot="-5400000">
            <a:off x="6974400" y="3338638"/>
            <a:ext cx="5718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6" name="Google Shape;2866;p39"/>
          <p:cNvCxnSpPr>
            <a:stCxn id="2824" idx="0"/>
            <a:endCxn id="2827" idx="2"/>
          </p:cNvCxnSpPr>
          <p:nvPr/>
        </p:nvCxnSpPr>
        <p:spPr>
          <a:xfrm rot="-5400000">
            <a:off x="6974436" y="2346550"/>
            <a:ext cx="571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p4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Strategic </a:t>
            </a:r>
            <a:r>
              <a:rPr lang="en" b="1"/>
              <a:t>alliances</a:t>
            </a:r>
            <a:endParaRPr b="1"/>
          </a:p>
        </p:txBody>
      </p:sp>
      <p:sp>
        <p:nvSpPr>
          <p:cNvPr id="2872" name="Google Shape;2872;p40"/>
          <p:cNvSpPr txBox="1"/>
          <p:nvPr/>
        </p:nvSpPr>
        <p:spPr>
          <a:xfrm>
            <a:off x="6736613" y="2769088"/>
            <a:ext cx="16941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Mars</a:t>
            </a:r>
            <a:endParaRPr sz="18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873" name="Google Shape;2873;p40"/>
          <p:cNvSpPr txBox="1"/>
          <p:nvPr/>
        </p:nvSpPr>
        <p:spPr>
          <a:xfrm>
            <a:off x="6729961" y="3027463"/>
            <a:ext cx="1694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Mars is actually a very cold place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2874" name="Google Shape;2874;p40"/>
          <p:cNvGrpSpPr/>
          <p:nvPr/>
        </p:nvGrpSpPr>
        <p:grpSpPr>
          <a:xfrm>
            <a:off x="854907" y="1595108"/>
            <a:ext cx="5421493" cy="2888227"/>
            <a:chOff x="233350" y="949250"/>
            <a:chExt cx="7137300" cy="3802300"/>
          </a:xfrm>
        </p:grpSpPr>
        <p:sp>
          <p:nvSpPr>
            <p:cNvPr id="2875" name="Google Shape;2875;p4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4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4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4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4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4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4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4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4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4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4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4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4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4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4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4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4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4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4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4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4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4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4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4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4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4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4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4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4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4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4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4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4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4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4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4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4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4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4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4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4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4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4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4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4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4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4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4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4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4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4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6" name="Google Shape;2926;p40"/>
          <p:cNvSpPr/>
          <p:nvPr/>
        </p:nvSpPr>
        <p:spPr>
          <a:xfrm>
            <a:off x="6736625" y="2259850"/>
            <a:ext cx="330000" cy="3300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7" name="Google Shape;2927;p40"/>
          <p:cNvSpPr/>
          <p:nvPr/>
        </p:nvSpPr>
        <p:spPr>
          <a:xfrm>
            <a:off x="2266450" y="3869750"/>
            <a:ext cx="236400" cy="2361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p40"/>
          <p:cNvSpPr/>
          <p:nvPr/>
        </p:nvSpPr>
        <p:spPr>
          <a:xfrm>
            <a:off x="1620425" y="2306800"/>
            <a:ext cx="236400" cy="2361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40"/>
          <p:cNvSpPr/>
          <p:nvPr/>
        </p:nvSpPr>
        <p:spPr>
          <a:xfrm>
            <a:off x="3100925" y="2198200"/>
            <a:ext cx="236400" cy="2361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40"/>
          <p:cNvSpPr/>
          <p:nvPr/>
        </p:nvSpPr>
        <p:spPr>
          <a:xfrm>
            <a:off x="4604475" y="2665350"/>
            <a:ext cx="236400" cy="2361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40"/>
          <p:cNvSpPr/>
          <p:nvPr/>
        </p:nvSpPr>
        <p:spPr>
          <a:xfrm>
            <a:off x="5401725" y="3706650"/>
            <a:ext cx="236400" cy="236100"/>
          </a:xfrm>
          <a:prstGeom prst="diamond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2" name="Google Shape;2932;p40"/>
          <p:cNvCxnSpPr>
            <a:stCxn id="2926" idx="0"/>
            <a:endCxn id="2930" idx="0"/>
          </p:cNvCxnSpPr>
          <p:nvPr/>
        </p:nvCxnSpPr>
        <p:spPr>
          <a:xfrm rot="5400000">
            <a:off x="5609375" y="1373200"/>
            <a:ext cx="405600" cy="2178900"/>
          </a:xfrm>
          <a:prstGeom prst="curvedConnector3">
            <a:avLst>
              <a:gd name="adj1" fmla="val -5870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3" name="Google Shape;2933;p40"/>
          <p:cNvCxnSpPr>
            <a:stCxn id="2926" idx="0"/>
            <a:endCxn id="2929" idx="0"/>
          </p:cNvCxnSpPr>
          <p:nvPr/>
        </p:nvCxnSpPr>
        <p:spPr>
          <a:xfrm rot="5400000" flipH="1">
            <a:off x="5029475" y="387700"/>
            <a:ext cx="61800" cy="3682500"/>
          </a:xfrm>
          <a:prstGeom prst="curvedConnector3">
            <a:avLst>
              <a:gd name="adj1" fmla="val 102508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4" name="Google Shape;2934;p40"/>
          <p:cNvCxnSpPr>
            <a:stCxn id="2926" idx="0"/>
            <a:endCxn id="2927" idx="0"/>
          </p:cNvCxnSpPr>
          <p:nvPr/>
        </p:nvCxnSpPr>
        <p:spPr>
          <a:xfrm rot="5400000">
            <a:off x="3838175" y="806200"/>
            <a:ext cx="1609800" cy="4517100"/>
          </a:xfrm>
          <a:prstGeom prst="curvedConnector3">
            <a:avLst>
              <a:gd name="adj1" fmla="val -1479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5" name="Google Shape;2935;p40"/>
          <p:cNvCxnSpPr>
            <a:stCxn id="2926" idx="0"/>
            <a:endCxn id="2931" idx="0"/>
          </p:cNvCxnSpPr>
          <p:nvPr/>
        </p:nvCxnSpPr>
        <p:spPr>
          <a:xfrm rot="5400000">
            <a:off x="5487275" y="2292400"/>
            <a:ext cx="1446900" cy="1381800"/>
          </a:xfrm>
          <a:prstGeom prst="curvedConnector3">
            <a:avLst>
              <a:gd name="adj1" fmla="val -1645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6" name="Google Shape;2936;p40"/>
          <p:cNvCxnSpPr>
            <a:stCxn id="2926" idx="0"/>
            <a:endCxn id="2928" idx="0"/>
          </p:cNvCxnSpPr>
          <p:nvPr/>
        </p:nvCxnSpPr>
        <p:spPr>
          <a:xfrm rot="5400000">
            <a:off x="4296575" y="-298100"/>
            <a:ext cx="47100" cy="5163000"/>
          </a:xfrm>
          <a:prstGeom prst="curvedConnector3">
            <a:avLst>
              <a:gd name="adj1" fmla="val -168726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p4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Top 10 questions of </a:t>
            </a:r>
            <a:r>
              <a:rPr lang="en" b="1"/>
              <a:t>business plans</a:t>
            </a:r>
            <a:endParaRPr b="1"/>
          </a:p>
        </p:txBody>
      </p:sp>
      <p:sp>
        <p:nvSpPr>
          <p:cNvPr id="2942" name="Google Shape;2942;p41"/>
          <p:cNvSpPr txBox="1"/>
          <p:nvPr/>
        </p:nvSpPr>
        <p:spPr>
          <a:xfrm>
            <a:off x="713802" y="145590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43" name="Google Shape;2943;p41"/>
          <p:cNvSpPr txBox="1"/>
          <p:nvPr/>
        </p:nvSpPr>
        <p:spPr>
          <a:xfrm>
            <a:off x="1416944" y="145590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is your situation?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44" name="Google Shape;2944;p41"/>
          <p:cNvSpPr txBox="1"/>
          <p:nvPr/>
        </p:nvSpPr>
        <p:spPr>
          <a:xfrm>
            <a:off x="713802" y="383130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45" name="Google Shape;2945;p41"/>
          <p:cNvSpPr txBox="1"/>
          <p:nvPr/>
        </p:nvSpPr>
        <p:spPr>
          <a:xfrm>
            <a:off x="1416944" y="383130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How big is the market?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46" name="Google Shape;2946;p41"/>
          <p:cNvSpPr txBox="1"/>
          <p:nvPr/>
        </p:nvSpPr>
        <p:spPr>
          <a:xfrm>
            <a:off x="713802" y="264360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47" name="Google Shape;2947;p41"/>
          <p:cNvSpPr txBox="1"/>
          <p:nvPr/>
        </p:nvSpPr>
        <p:spPr>
          <a:xfrm>
            <a:off x="1416944" y="264360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How to reach your vision?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48" name="Google Shape;2948;p41"/>
          <p:cNvSpPr txBox="1"/>
          <p:nvPr/>
        </p:nvSpPr>
        <p:spPr>
          <a:xfrm>
            <a:off x="713802" y="204975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49" name="Google Shape;2949;p41"/>
          <p:cNvSpPr txBox="1"/>
          <p:nvPr/>
        </p:nvSpPr>
        <p:spPr>
          <a:xfrm>
            <a:off x="1407713" y="204975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is your vision?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0" name="Google Shape;2950;p41"/>
          <p:cNvSpPr txBox="1"/>
          <p:nvPr/>
        </p:nvSpPr>
        <p:spPr>
          <a:xfrm>
            <a:off x="713802" y="323745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1" name="Google Shape;2951;p41"/>
          <p:cNvSpPr txBox="1"/>
          <p:nvPr/>
        </p:nvSpPr>
        <p:spPr>
          <a:xfrm>
            <a:off x="1407713" y="323745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do you offer?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2" name="Google Shape;2952;p41"/>
          <p:cNvSpPr txBox="1"/>
          <p:nvPr/>
        </p:nvSpPr>
        <p:spPr>
          <a:xfrm>
            <a:off x="4597002" y="145590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3" name="Google Shape;2953;p41"/>
          <p:cNvSpPr txBox="1"/>
          <p:nvPr/>
        </p:nvSpPr>
        <p:spPr>
          <a:xfrm>
            <a:off x="5298769" y="145590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Who are the key players?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4" name="Google Shape;2954;p41"/>
          <p:cNvSpPr txBox="1"/>
          <p:nvPr/>
        </p:nvSpPr>
        <p:spPr>
          <a:xfrm>
            <a:off x="4597002" y="383130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10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5" name="Google Shape;2955;p41"/>
          <p:cNvSpPr txBox="1"/>
          <p:nvPr/>
        </p:nvSpPr>
        <p:spPr>
          <a:xfrm>
            <a:off x="5298769" y="383130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do you need to start?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6" name="Google Shape;2956;p41"/>
          <p:cNvSpPr txBox="1"/>
          <p:nvPr/>
        </p:nvSpPr>
        <p:spPr>
          <a:xfrm>
            <a:off x="4597002" y="264360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8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7" name="Google Shape;2957;p41"/>
          <p:cNvSpPr txBox="1"/>
          <p:nvPr/>
        </p:nvSpPr>
        <p:spPr>
          <a:xfrm>
            <a:off x="5298769" y="264360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is your marketing plan?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8" name="Google Shape;2958;p41"/>
          <p:cNvSpPr txBox="1"/>
          <p:nvPr/>
        </p:nvSpPr>
        <p:spPr>
          <a:xfrm>
            <a:off x="4597002" y="204975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9" name="Google Shape;2959;p41"/>
          <p:cNvSpPr txBox="1"/>
          <p:nvPr/>
        </p:nvSpPr>
        <p:spPr>
          <a:xfrm>
            <a:off x="5289538" y="204975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How to make a differences?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60" name="Google Shape;2960;p41"/>
          <p:cNvSpPr txBox="1"/>
          <p:nvPr/>
        </p:nvSpPr>
        <p:spPr>
          <a:xfrm>
            <a:off x="4597002" y="3237450"/>
            <a:ext cx="7017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9</a:t>
            </a:r>
            <a:endParaRPr sz="3300" b="1" i="0" u="none" strike="noStrike" cap="non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61" name="Google Shape;2961;p41"/>
          <p:cNvSpPr txBox="1"/>
          <p:nvPr/>
        </p:nvSpPr>
        <p:spPr>
          <a:xfrm>
            <a:off x="5289538" y="3237450"/>
            <a:ext cx="314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What are your economics?</a:t>
            </a:r>
            <a:endParaRPr sz="1400" b="0" i="0" u="none" strike="noStrike" cap="none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200400" cy="4572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Modestine Bah — Data ESN — Projet 10 BIA —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1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Newzoo Global Games Market Report 2023 · RAWG API (440 896 jeux) · VGChartz Console Sales · Metacritic · Statista Gaming 2023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ig Data Science Consulting Toolkit by Slidesgo">
  <a:themeElements>
    <a:clrScheme name="Simple Light">
      <a:dk1>
        <a:srgbClr val="351C75"/>
      </a:dk1>
      <a:lt1>
        <a:srgbClr val="FFFFFF"/>
      </a:lt1>
      <a:dk2>
        <a:srgbClr val="674EA7"/>
      </a:dk2>
      <a:lt2>
        <a:srgbClr val="FFFFFF"/>
      </a:lt2>
      <a:accent1>
        <a:srgbClr val="00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imple Light">
    <a:dk1>
      <a:srgbClr val="351C75"/>
    </a:dk1>
    <a:lt1>
      <a:srgbClr val="FFFFFF"/>
    </a:lt1>
    <a:dk2>
      <a:srgbClr val="674EA7"/>
    </a:dk2>
    <a:lt2>
      <a:srgbClr val="FFFFFF"/>
    </a:lt2>
    <a:accent1>
      <a:srgbClr val="00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351C75"/>
    </a:dk1>
    <a:lt1>
      <a:srgbClr val="FFFFFF"/>
    </a:lt1>
    <a:dk2>
      <a:srgbClr val="674EA7"/>
    </a:dk2>
    <a:lt2>
      <a:srgbClr val="FFFFFF"/>
    </a:lt2>
    <a:accent1>
      <a:srgbClr val="00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2774</Words>
  <Application>Microsoft Macintosh PowerPoint</Application>
  <PresentationFormat>Affichage à l'écran (16:9)</PresentationFormat>
  <Paragraphs>619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38</vt:i4>
      </vt:variant>
    </vt:vector>
  </HeadingPairs>
  <TitlesOfParts>
    <vt:vector size="49" baseType="lpstr">
      <vt:lpstr>Arial</vt:lpstr>
      <vt:lpstr>Calibri</vt:lpstr>
      <vt:lpstr>Cambria</vt:lpstr>
      <vt:lpstr>Dosis</vt:lpstr>
      <vt:lpstr>Montserrat</vt:lpstr>
      <vt:lpstr>Nunito</vt:lpstr>
      <vt:lpstr>Quattrocento</vt:lpstr>
      <vt:lpstr>Space Grotesk</vt:lpstr>
      <vt:lpstr>Space Grotesk Medium</vt:lpstr>
      <vt:lpstr>Office Theme</vt:lpstr>
      <vt:lpstr>Big Data Science Consulting Toolkit by Slidesgo</vt:lpstr>
      <vt:lpstr>Demande Business   Segmentation du marché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Annexes des slides</vt:lpstr>
      <vt:lpstr>Strategic planning project plan</vt:lpstr>
      <vt:lpstr>Strategic planning project plan</vt:lpstr>
      <vt:lpstr>$186,453</vt:lpstr>
      <vt:lpstr>Strategy map &amp; balanced scorecard</vt:lpstr>
      <vt:lpstr>Impact of the risks</vt:lpstr>
      <vt:lpstr>Benchmark </vt:lpstr>
      <vt:lpstr>Key drivers of the profit</vt:lpstr>
      <vt:lpstr>Decisions: market, product, company</vt:lpstr>
      <vt:lpstr>Saturn</vt:lpstr>
      <vt:lpstr>Strong business case</vt:lpstr>
      <vt:lpstr>Financial model</vt:lpstr>
      <vt:lpstr>Answers and supporting arguments</vt:lpstr>
      <vt:lpstr>Prioritization matrix</vt:lpstr>
      <vt:lpstr>1</vt:lpstr>
      <vt:lpstr>Competitor comparison table</vt:lpstr>
      <vt:lpstr>Target</vt:lpstr>
      <vt:lpstr>Implement, track &amp; manage progress</vt:lpstr>
      <vt:lpstr>Change management strategy &amp; plan</vt:lpstr>
      <vt:lpstr>Sales and strategy plan</vt:lpstr>
      <vt:lpstr>About the terms of the agreement</vt:lpstr>
      <vt:lpstr>$20,000</vt:lpstr>
      <vt:lpstr>Management approach</vt:lpstr>
      <vt:lpstr>Strategic alliances</vt:lpstr>
      <vt:lpstr>Top 10 questions of business plans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Modestine Genevieve M A BAH</cp:lastModifiedBy>
  <cp:revision>7</cp:revision>
  <dcterms:created xsi:type="dcterms:W3CDTF">2026-06-10T11:00:43Z</dcterms:created>
  <dcterms:modified xsi:type="dcterms:W3CDTF">2026-06-10T18:47:08Z</dcterms:modified>
</cp:coreProperties>
</file>